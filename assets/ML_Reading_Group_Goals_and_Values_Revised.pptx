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omments/modernComment_10A_BC0E661A.xml" ContentType="application/vnd.ms-powerpoint.comments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3" r:id="rId16"/>
    <p:sldId id="268" r:id="rId17"/>
    <p:sldId id="267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DE6C96A-70CD-0C45-EDBD-6B7B1EDF975F}" name="Haomiao Ni (hni)" initials="H(" userId="S::hni@memphis.edu::976027e7-b074-4cad-b50c-60294e4ecdd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46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on M Booth (bmbooth)" userId="6b81b49e-9fdc-4f06-a2a9-247f7dce3367" providerId="ADAL" clId="{5BBFC96E-1D4B-43CC-B2A2-433185EC3F5B}"/>
    <pc:docChg chg="undo redo custSel addSld modSld">
      <pc:chgData name="Brandon M Booth (bmbooth)" userId="6b81b49e-9fdc-4f06-a2a9-247f7dce3367" providerId="ADAL" clId="{5BBFC96E-1D4B-43CC-B2A2-433185EC3F5B}" dt="2026-02-03T22:24:03.566" v="4342" actId="20577"/>
      <pc:docMkLst>
        <pc:docMk/>
      </pc:docMkLst>
      <pc:sldChg chg="addSp delSp modSp mod setBg modClrScheme modCm chgLayout">
        <pc:chgData name="Brandon M Booth (bmbooth)" userId="6b81b49e-9fdc-4f06-a2a9-247f7dce3367" providerId="ADAL" clId="{5BBFC96E-1D4B-43CC-B2A2-433185EC3F5B}" dt="2026-02-03T22:21:33.539" v="4297" actId="20577"/>
        <pc:sldMkLst>
          <pc:docMk/>
          <pc:sldMk cId="3155060250" sldId="266"/>
        </pc:sldMkLst>
        <pc:spChg chg="add del mod ord">
          <ac:chgData name="Brandon M Booth (bmbooth)" userId="6b81b49e-9fdc-4f06-a2a9-247f7dce3367" providerId="ADAL" clId="{5BBFC96E-1D4B-43CC-B2A2-433185EC3F5B}" dt="2026-02-03T22:21:33.539" v="4297" actId="20577"/>
          <ac:spMkLst>
            <pc:docMk/>
            <pc:sldMk cId="3155060250" sldId="266"/>
            <ac:spMk id="5" creationId="{56713AD2-02F6-224B-AB9A-3F943E0D640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Brandon M Booth (bmbooth)" userId="6b81b49e-9fdc-4f06-a2a9-247f7dce3367" providerId="ADAL" clId="{5BBFC96E-1D4B-43CC-B2A2-433185EC3F5B}" dt="2026-02-03T22:21:33.539" v="4297" actId="20577"/>
              <pc2:cmMkLst xmlns:pc2="http://schemas.microsoft.com/office/powerpoint/2019/9/main/command">
                <pc:docMk/>
                <pc:sldMk cId="3155060250" sldId="266"/>
                <pc2:cmMk id="{8976CD0A-0753-4163-AD59-D5615E7D3EF1}"/>
              </pc2:cmMkLst>
            </pc226:cmChg>
            <pc226:cmChg xmlns:pc226="http://schemas.microsoft.com/office/powerpoint/2022/06/main/command" chg="mod">
              <pc226:chgData name="Brandon M Booth (bmbooth)" userId="6b81b49e-9fdc-4f06-a2a9-247f7dce3367" providerId="ADAL" clId="{5BBFC96E-1D4B-43CC-B2A2-433185EC3F5B}" dt="2026-02-03T22:21:33.539" v="4297" actId="20577"/>
              <pc2:cmMkLst xmlns:pc2="http://schemas.microsoft.com/office/powerpoint/2019/9/main/command">
                <pc:docMk/>
                <pc:sldMk cId="3155060250" sldId="266"/>
                <pc2:cmMk id="{D93B94C9-8DA4-4D0E-884A-3C7AE0C5D07D}"/>
              </pc2:cmMkLst>
            </pc226:cmChg>
          </p:ext>
        </pc:extLst>
      </pc:sldChg>
      <pc:sldChg chg="modSp mod">
        <pc:chgData name="Brandon M Booth (bmbooth)" userId="6b81b49e-9fdc-4f06-a2a9-247f7dce3367" providerId="ADAL" clId="{5BBFC96E-1D4B-43CC-B2A2-433185EC3F5B}" dt="2026-02-03T22:24:03.566" v="4342" actId="20577"/>
        <pc:sldMkLst>
          <pc:docMk/>
          <pc:sldMk cId="1215901139" sldId="272"/>
        </pc:sldMkLst>
        <pc:spChg chg="mod">
          <ac:chgData name="Brandon M Booth (bmbooth)" userId="6b81b49e-9fdc-4f06-a2a9-247f7dce3367" providerId="ADAL" clId="{5BBFC96E-1D4B-43CC-B2A2-433185EC3F5B}" dt="2026-02-03T22:23:34.408" v="4309" actId="20577"/>
          <ac:spMkLst>
            <pc:docMk/>
            <pc:sldMk cId="1215901139" sldId="272"/>
            <ac:spMk id="2" creationId="{9D626339-45E5-A998-C2FA-827D2F693F61}"/>
          </ac:spMkLst>
        </pc:spChg>
        <pc:spChg chg="mod">
          <ac:chgData name="Brandon M Booth (bmbooth)" userId="6b81b49e-9fdc-4f06-a2a9-247f7dce3367" providerId="ADAL" clId="{5BBFC96E-1D4B-43CC-B2A2-433185EC3F5B}" dt="2026-02-03T22:24:03.566" v="4342" actId="20577"/>
          <ac:spMkLst>
            <pc:docMk/>
            <pc:sldMk cId="1215901139" sldId="272"/>
            <ac:spMk id="3" creationId="{6E471733-F52D-1CDE-CE60-7E9D06AFC72F}"/>
          </ac:spMkLst>
        </pc:spChg>
      </pc:sldChg>
      <pc:sldChg chg="modSp mod">
        <pc:chgData name="Brandon M Booth (bmbooth)" userId="6b81b49e-9fdc-4f06-a2a9-247f7dce3367" providerId="ADAL" clId="{5BBFC96E-1D4B-43CC-B2A2-433185EC3F5B}" dt="2026-02-03T22:22:17.807" v="4301" actId="20577"/>
        <pc:sldMkLst>
          <pc:docMk/>
          <pc:sldMk cId="3998513810" sldId="273"/>
        </pc:sldMkLst>
        <pc:graphicFrameChg chg="modGraphic">
          <ac:chgData name="Brandon M Booth (bmbooth)" userId="6b81b49e-9fdc-4f06-a2a9-247f7dce3367" providerId="ADAL" clId="{5BBFC96E-1D4B-43CC-B2A2-433185EC3F5B}" dt="2026-02-03T22:22:17.807" v="4301" actId="20577"/>
          <ac:graphicFrameMkLst>
            <pc:docMk/>
            <pc:sldMk cId="3998513810" sldId="273"/>
            <ac:graphicFrameMk id="5" creationId="{0C505A8E-EA8E-E497-DEFC-177E947C9F29}"/>
          </ac:graphicFrameMkLst>
        </pc:graphicFrameChg>
      </pc:sldChg>
    </pc:docChg>
  </pc:docChgLst>
</pc:chgInfo>
</file>

<file path=ppt/comments/modernComment_10A_BC0E661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976CD0A-0753-4163-AD59-D5615E7D3EF1}" authorId="{0DE6C96A-70CD-0C45-EDBD-6B7B1EDF975F}" status="resolved" created="2025-09-08T20:28:57.411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155060250" sldId="266"/>
      <ac:spMk id="5" creationId="{56713AD2-02F6-224B-AB9A-3F943E0D6404}"/>
      <ac:txMk cp="353" len="5">
        <ac:context len="493" hash="4016921025"/>
      </ac:txMk>
    </ac:txMkLst>
    <p188:pos x="1691735" y="2305169"/>
    <p188:txBody>
      <a:bodyPr/>
      <a:lstStyle/>
      <a:p>
        <a:r>
          <a:rPr lang="en-US"/>
          <a:t>3 papers for new students who need to be TA and take courses?</a:t>
        </a:r>
      </a:p>
    </p188:txBody>
  </p188:cm>
  <p188:cm id="{D93B94C9-8DA4-4D0E-884A-3C7AE0C5D07D}" authorId="{0DE6C96A-70CD-0C45-EDBD-6B7B1EDF975F}" status="resolved" created="2025-09-08T20:31:02.803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155060250" sldId="266"/>
      <ac:spMk id="5" creationId="{56713AD2-02F6-224B-AB9A-3F943E0D6404}"/>
      <ac:txMk cp="11" len="38">
        <ac:context len="493" hash="4016921025"/>
      </ac:txMk>
    </ac:txMkLst>
    <p188:pos x="5870754" y="225245"/>
    <p188:txBody>
      <a:bodyPr/>
      <a:lstStyle/>
      <a:p>
        <a:r>
          <a:rPr lang="en-US"/>
          <a:t>Add the time requirements? 45 min for presentation and 15 min for questions and discussions.</a:t>
        </a:r>
      </a:p>
    </p188:txBody>
  </p188:cm>
</p188:cmLst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4E9D46-C1F4-4403-8235-581509ACE235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5119670-74F7-495E-AE63-3CFE6D65B191}">
      <dgm:prSet/>
      <dgm:spPr/>
      <dgm:t>
        <a:bodyPr/>
        <a:lstStyle/>
        <a:p>
          <a:r>
            <a:rPr lang="en-US"/>
            <a:t>Academic and Research Advantages</a:t>
          </a:r>
        </a:p>
      </dgm:t>
    </dgm:pt>
    <dgm:pt modelId="{13A32854-D692-4C5D-B226-2EC0D1301AAD}" type="parTrans" cxnId="{CDD6626E-1560-4259-A688-A64503ACF57C}">
      <dgm:prSet/>
      <dgm:spPr/>
      <dgm:t>
        <a:bodyPr/>
        <a:lstStyle/>
        <a:p>
          <a:endParaRPr lang="en-US"/>
        </a:p>
      </dgm:t>
    </dgm:pt>
    <dgm:pt modelId="{5ED7A017-20B1-4A11-ACBB-395FE0977C3E}" type="sibTrans" cxnId="{CDD6626E-1560-4259-A688-A64503ACF57C}">
      <dgm:prSet/>
      <dgm:spPr/>
      <dgm:t>
        <a:bodyPr/>
        <a:lstStyle/>
        <a:p>
          <a:endParaRPr lang="en-US"/>
        </a:p>
      </dgm:t>
    </dgm:pt>
    <dgm:pt modelId="{00B4FC88-18AD-496C-B4B6-4A5CA27AA8E2}">
      <dgm:prSet/>
      <dgm:spPr/>
      <dgm:t>
        <a:bodyPr/>
        <a:lstStyle/>
        <a:p>
          <a:r>
            <a:rPr lang="en-US"/>
            <a:t>Enhanced comprehension of advanced research papers. Better preparation for peer review and research design.</a:t>
          </a:r>
        </a:p>
      </dgm:t>
    </dgm:pt>
    <dgm:pt modelId="{E25A4A12-FA15-468A-9D0D-B292AADEF55A}" type="parTrans" cxnId="{150025AA-8F5F-4A0C-A6B5-3A22693EB0D2}">
      <dgm:prSet/>
      <dgm:spPr/>
      <dgm:t>
        <a:bodyPr/>
        <a:lstStyle/>
        <a:p>
          <a:endParaRPr lang="en-US"/>
        </a:p>
      </dgm:t>
    </dgm:pt>
    <dgm:pt modelId="{876096E1-C4C8-4148-B0C8-8B03FB3AB3FD}" type="sibTrans" cxnId="{150025AA-8F5F-4A0C-A6B5-3A22693EB0D2}">
      <dgm:prSet/>
      <dgm:spPr/>
      <dgm:t>
        <a:bodyPr/>
        <a:lstStyle/>
        <a:p>
          <a:endParaRPr lang="en-US"/>
        </a:p>
      </dgm:t>
    </dgm:pt>
    <dgm:pt modelId="{78F71FEE-7086-4F35-ACBB-3A8AD0B152DE}">
      <dgm:prSet/>
      <dgm:spPr/>
      <dgm:t>
        <a:bodyPr/>
        <a:lstStyle/>
        <a:p>
          <a:r>
            <a:rPr lang="en-US"/>
            <a:t>Professional and Communication Benefits</a:t>
          </a:r>
        </a:p>
      </dgm:t>
    </dgm:pt>
    <dgm:pt modelId="{AB0E29DA-9FF0-445B-9AD7-024D04600296}" type="parTrans" cxnId="{550ADDAE-600F-483D-B305-0EDDFB693EB5}">
      <dgm:prSet/>
      <dgm:spPr/>
      <dgm:t>
        <a:bodyPr/>
        <a:lstStyle/>
        <a:p>
          <a:endParaRPr lang="en-US"/>
        </a:p>
      </dgm:t>
    </dgm:pt>
    <dgm:pt modelId="{66BF9534-7E92-4E34-B976-F69785B6103B}" type="sibTrans" cxnId="{550ADDAE-600F-483D-B305-0EDDFB693EB5}">
      <dgm:prSet/>
      <dgm:spPr/>
      <dgm:t>
        <a:bodyPr/>
        <a:lstStyle/>
        <a:p>
          <a:endParaRPr lang="en-US"/>
        </a:p>
      </dgm:t>
    </dgm:pt>
    <dgm:pt modelId="{9D275915-668F-49BC-A7ED-953534829002}">
      <dgm:prSet/>
      <dgm:spPr/>
      <dgm:t>
        <a:bodyPr/>
        <a:lstStyle/>
        <a:p>
          <a:r>
            <a:rPr lang="en-US" dirty="0"/>
            <a:t>Sharpened presentation and teaching abilities.  Increased confidence in articulating complex technical ideas.</a:t>
          </a:r>
        </a:p>
      </dgm:t>
    </dgm:pt>
    <dgm:pt modelId="{9346FF8E-1272-4A53-B6E8-1B915A3122DC}" type="parTrans" cxnId="{39A237B5-3A17-4A16-98B6-DBABDAA0063A}">
      <dgm:prSet/>
      <dgm:spPr/>
      <dgm:t>
        <a:bodyPr/>
        <a:lstStyle/>
        <a:p>
          <a:endParaRPr lang="en-US"/>
        </a:p>
      </dgm:t>
    </dgm:pt>
    <dgm:pt modelId="{A15051E5-E511-4B65-8164-0811A971BF6E}" type="sibTrans" cxnId="{39A237B5-3A17-4A16-98B6-DBABDAA0063A}">
      <dgm:prSet/>
      <dgm:spPr/>
      <dgm:t>
        <a:bodyPr/>
        <a:lstStyle/>
        <a:p>
          <a:endParaRPr lang="en-US"/>
        </a:p>
      </dgm:t>
    </dgm:pt>
    <dgm:pt modelId="{FA00A4EE-32C5-4C32-8393-C34D37024B82}">
      <dgm:prSet/>
      <dgm:spPr/>
      <dgm:t>
        <a:bodyPr/>
        <a:lstStyle/>
        <a:p>
          <a:r>
            <a:rPr lang="en-US"/>
            <a:t>Community and Intellectual Growth</a:t>
          </a:r>
        </a:p>
      </dgm:t>
    </dgm:pt>
    <dgm:pt modelId="{F32155CE-F054-41A6-B217-DA5887747F1C}" type="parTrans" cxnId="{476AE234-4B2D-454C-8B64-6F99C984B22C}">
      <dgm:prSet/>
      <dgm:spPr/>
      <dgm:t>
        <a:bodyPr/>
        <a:lstStyle/>
        <a:p>
          <a:endParaRPr lang="en-US"/>
        </a:p>
      </dgm:t>
    </dgm:pt>
    <dgm:pt modelId="{131C6A79-62A0-48C3-82C3-81ADD4813E8A}" type="sibTrans" cxnId="{476AE234-4B2D-454C-8B64-6F99C984B22C}">
      <dgm:prSet/>
      <dgm:spPr/>
      <dgm:t>
        <a:bodyPr/>
        <a:lstStyle/>
        <a:p>
          <a:endParaRPr lang="en-US"/>
        </a:p>
      </dgm:t>
    </dgm:pt>
    <dgm:pt modelId="{74794CD6-65EF-4F4E-A958-979B1F4D053D}">
      <dgm:prSet/>
      <dgm:spPr/>
      <dgm:t>
        <a:bodyPr/>
        <a:lstStyle/>
        <a:p>
          <a:r>
            <a:rPr lang="en-US" dirty="0"/>
            <a:t>Cultivates a scholarly atmosphere of support, curiosity, and mastery-oriented growth.</a:t>
          </a:r>
        </a:p>
      </dgm:t>
    </dgm:pt>
    <dgm:pt modelId="{9C495862-F84F-48FA-9342-C62EB454E4BB}" type="parTrans" cxnId="{6ADF7438-849C-40FE-B815-47EBEEE94449}">
      <dgm:prSet/>
      <dgm:spPr/>
      <dgm:t>
        <a:bodyPr/>
        <a:lstStyle/>
        <a:p>
          <a:endParaRPr lang="en-US"/>
        </a:p>
      </dgm:t>
    </dgm:pt>
    <dgm:pt modelId="{65016FCF-B586-42E4-8EA1-36B257A5A616}" type="sibTrans" cxnId="{6ADF7438-849C-40FE-B815-47EBEEE94449}">
      <dgm:prSet/>
      <dgm:spPr/>
      <dgm:t>
        <a:bodyPr/>
        <a:lstStyle/>
        <a:p>
          <a:endParaRPr lang="en-US"/>
        </a:p>
      </dgm:t>
    </dgm:pt>
    <dgm:pt modelId="{EC9B52C4-2875-4E4C-8939-5790768410CB}" type="pres">
      <dgm:prSet presAssocID="{854E9D46-C1F4-4403-8235-581509ACE235}" presName="linear" presStyleCnt="0">
        <dgm:presLayoutVars>
          <dgm:dir/>
          <dgm:animLvl val="lvl"/>
          <dgm:resizeHandles val="exact"/>
        </dgm:presLayoutVars>
      </dgm:prSet>
      <dgm:spPr/>
    </dgm:pt>
    <dgm:pt modelId="{76FE47A8-DB44-4FBA-BC7B-43E67011A987}" type="pres">
      <dgm:prSet presAssocID="{65119670-74F7-495E-AE63-3CFE6D65B191}" presName="parentLin" presStyleCnt="0"/>
      <dgm:spPr/>
    </dgm:pt>
    <dgm:pt modelId="{DCE1AEDC-48C0-415C-851F-CF62A8E57395}" type="pres">
      <dgm:prSet presAssocID="{65119670-74F7-495E-AE63-3CFE6D65B191}" presName="parentLeftMargin" presStyleLbl="node1" presStyleIdx="0" presStyleCnt="3"/>
      <dgm:spPr/>
    </dgm:pt>
    <dgm:pt modelId="{4625BFC2-9B91-48C5-803F-FECB62411FF5}" type="pres">
      <dgm:prSet presAssocID="{65119670-74F7-495E-AE63-3CFE6D65B19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152DF58-BA6B-4B68-8020-30B57118947B}" type="pres">
      <dgm:prSet presAssocID="{65119670-74F7-495E-AE63-3CFE6D65B191}" presName="negativeSpace" presStyleCnt="0"/>
      <dgm:spPr/>
    </dgm:pt>
    <dgm:pt modelId="{EB52420C-DB7D-4EAE-A2DC-E1D54682EE46}" type="pres">
      <dgm:prSet presAssocID="{65119670-74F7-495E-AE63-3CFE6D65B191}" presName="childText" presStyleLbl="conFgAcc1" presStyleIdx="0" presStyleCnt="3">
        <dgm:presLayoutVars>
          <dgm:bulletEnabled val="1"/>
        </dgm:presLayoutVars>
      </dgm:prSet>
      <dgm:spPr/>
    </dgm:pt>
    <dgm:pt modelId="{BB586C84-B163-49C5-8723-278341AB946E}" type="pres">
      <dgm:prSet presAssocID="{5ED7A017-20B1-4A11-ACBB-395FE0977C3E}" presName="spaceBetweenRectangles" presStyleCnt="0"/>
      <dgm:spPr/>
    </dgm:pt>
    <dgm:pt modelId="{B40A04B7-DBC6-4628-8123-83724D68AB11}" type="pres">
      <dgm:prSet presAssocID="{78F71FEE-7086-4F35-ACBB-3A8AD0B152DE}" presName="parentLin" presStyleCnt="0"/>
      <dgm:spPr/>
    </dgm:pt>
    <dgm:pt modelId="{633C7D45-9F9F-4F37-9A17-482317EC5782}" type="pres">
      <dgm:prSet presAssocID="{78F71FEE-7086-4F35-ACBB-3A8AD0B152DE}" presName="parentLeftMargin" presStyleLbl="node1" presStyleIdx="0" presStyleCnt="3"/>
      <dgm:spPr/>
    </dgm:pt>
    <dgm:pt modelId="{DC2C1210-1943-412D-9569-82C312807AAA}" type="pres">
      <dgm:prSet presAssocID="{78F71FEE-7086-4F35-ACBB-3A8AD0B152D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37312E6-730A-4561-AB6E-66B9316E7848}" type="pres">
      <dgm:prSet presAssocID="{78F71FEE-7086-4F35-ACBB-3A8AD0B152DE}" presName="negativeSpace" presStyleCnt="0"/>
      <dgm:spPr/>
    </dgm:pt>
    <dgm:pt modelId="{AADDA7DA-D633-4EED-AE9A-7DA1E08B4D60}" type="pres">
      <dgm:prSet presAssocID="{78F71FEE-7086-4F35-ACBB-3A8AD0B152DE}" presName="childText" presStyleLbl="conFgAcc1" presStyleIdx="1" presStyleCnt="3">
        <dgm:presLayoutVars>
          <dgm:bulletEnabled val="1"/>
        </dgm:presLayoutVars>
      </dgm:prSet>
      <dgm:spPr/>
    </dgm:pt>
    <dgm:pt modelId="{1FCE51BA-38C9-4A6D-8B08-33622F482B0F}" type="pres">
      <dgm:prSet presAssocID="{66BF9534-7E92-4E34-B976-F69785B6103B}" presName="spaceBetweenRectangles" presStyleCnt="0"/>
      <dgm:spPr/>
    </dgm:pt>
    <dgm:pt modelId="{39D2E03A-F2E2-49D5-A039-908ABEE4D483}" type="pres">
      <dgm:prSet presAssocID="{FA00A4EE-32C5-4C32-8393-C34D37024B82}" presName="parentLin" presStyleCnt="0"/>
      <dgm:spPr/>
    </dgm:pt>
    <dgm:pt modelId="{1815A80D-8A55-414B-8F27-06C8081FD318}" type="pres">
      <dgm:prSet presAssocID="{FA00A4EE-32C5-4C32-8393-C34D37024B82}" presName="parentLeftMargin" presStyleLbl="node1" presStyleIdx="1" presStyleCnt="3"/>
      <dgm:spPr/>
    </dgm:pt>
    <dgm:pt modelId="{A532FBBF-1819-4BBD-A289-C5FFAD8BF290}" type="pres">
      <dgm:prSet presAssocID="{FA00A4EE-32C5-4C32-8393-C34D37024B8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039BFB7-9C6D-4C3B-89D9-8E0DA730BB14}" type="pres">
      <dgm:prSet presAssocID="{FA00A4EE-32C5-4C32-8393-C34D37024B82}" presName="negativeSpace" presStyleCnt="0"/>
      <dgm:spPr/>
    </dgm:pt>
    <dgm:pt modelId="{D60A2F7D-6326-4054-B0FA-D3B4C22AA520}" type="pres">
      <dgm:prSet presAssocID="{FA00A4EE-32C5-4C32-8393-C34D37024B82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0453F12-A4B0-4F4F-BB6C-82987F8ACFCA}" type="presOf" srcId="{854E9D46-C1F4-4403-8235-581509ACE235}" destId="{EC9B52C4-2875-4E4C-8939-5790768410CB}" srcOrd="0" destOrd="0" presId="urn:microsoft.com/office/officeart/2005/8/layout/list1"/>
    <dgm:cxn modelId="{476AE234-4B2D-454C-8B64-6F99C984B22C}" srcId="{854E9D46-C1F4-4403-8235-581509ACE235}" destId="{FA00A4EE-32C5-4C32-8393-C34D37024B82}" srcOrd="2" destOrd="0" parTransId="{F32155CE-F054-41A6-B217-DA5887747F1C}" sibTransId="{131C6A79-62A0-48C3-82C3-81ADD4813E8A}"/>
    <dgm:cxn modelId="{6ADF7438-849C-40FE-B815-47EBEEE94449}" srcId="{FA00A4EE-32C5-4C32-8393-C34D37024B82}" destId="{74794CD6-65EF-4F4E-A958-979B1F4D053D}" srcOrd="0" destOrd="0" parTransId="{9C495862-F84F-48FA-9342-C62EB454E4BB}" sibTransId="{65016FCF-B586-42E4-8EA1-36B257A5A616}"/>
    <dgm:cxn modelId="{8755B23D-EB08-451C-8165-5318DD5DB07D}" type="presOf" srcId="{78F71FEE-7086-4F35-ACBB-3A8AD0B152DE}" destId="{633C7D45-9F9F-4F37-9A17-482317EC5782}" srcOrd="0" destOrd="0" presId="urn:microsoft.com/office/officeart/2005/8/layout/list1"/>
    <dgm:cxn modelId="{40456164-5A4D-432D-9425-1F7311CB4057}" type="presOf" srcId="{65119670-74F7-495E-AE63-3CFE6D65B191}" destId="{DCE1AEDC-48C0-415C-851F-CF62A8E57395}" srcOrd="0" destOrd="0" presId="urn:microsoft.com/office/officeart/2005/8/layout/list1"/>
    <dgm:cxn modelId="{0024FB47-5EE4-474D-A1E5-CBC56CC317F3}" type="presOf" srcId="{FA00A4EE-32C5-4C32-8393-C34D37024B82}" destId="{1815A80D-8A55-414B-8F27-06C8081FD318}" srcOrd="0" destOrd="0" presId="urn:microsoft.com/office/officeart/2005/8/layout/list1"/>
    <dgm:cxn modelId="{CDD6626E-1560-4259-A688-A64503ACF57C}" srcId="{854E9D46-C1F4-4403-8235-581509ACE235}" destId="{65119670-74F7-495E-AE63-3CFE6D65B191}" srcOrd="0" destOrd="0" parTransId="{13A32854-D692-4C5D-B226-2EC0D1301AAD}" sibTransId="{5ED7A017-20B1-4A11-ACBB-395FE0977C3E}"/>
    <dgm:cxn modelId="{F6D2E66E-9790-4F6C-B150-2322198626C3}" type="presOf" srcId="{74794CD6-65EF-4F4E-A958-979B1F4D053D}" destId="{D60A2F7D-6326-4054-B0FA-D3B4C22AA520}" srcOrd="0" destOrd="0" presId="urn:microsoft.com/office/officeart/2005/8/layout/list1"/>
    <dgm:cxn modelId="{DEAE1D9A-6838-41B5-8B0E-801898EF8BDA}" type="presOf" srcId="{00B4FC88-18AD-496C-B4B6-4A5CA27AA8E2}" destId="{EB52420C-DB7D-4EAE-A2DC-E1D54682EE46}" srcOrd="0" destOrd="0" presId="urn:microsoft.com/office/officeart/2005/8/layout/list1"/>
    <dgm:cxn modelId="{150025AA-8F5F-4A0C-A6B5-3A22693EB0D2}" srcId="{65119670-74F7-495E-AE63-3CFE6D65B191}" destId="{00B4FC88-18AD-496C-B4B6-4A5CA27AA8E2}" srcOrd="0" destOrd="0" parTransId="{E25A4A12-FA15-468A-9D0D-B292AADEF55A}" sibTransId="{876096E1-C4C8-4148-B0C8-8B03FB3AB3FD}"/>
    <dgm:cxn modelId="{A002FFAA-8C62-4B87-A50D-C9F7EFF205BB}" type="presOf" srcId="{9D275915-668F-49BC-A7ED-953534829002}" destId="{AADDA7DA-D633-4EED-AE9A-7DA1E08B4D60}" srcOrd="0" destOrd="0" presId="urn:microsoft.com/office/officeart/2005/8/layout/list1"/>
    <dgm:cxn modelId="{550ADDAE-600F-483D-B305-0EDDFB693EB5}" srcId="{854E9D46-C1F4-4403-8235-581509ACE235}" destId="{78F71FEE-7086-4F35-ACBB-3A8AD0B152DE}" srcOrd="1" destOrd="0" parTransId="{AB0E29DA-9FF0-445B-9AD7-024D04600296}" sibTransId="{66BF9534-7E92-4E34-B976-F69785B6103B}"/>
    <dgm:cxn modelId="{D4C762B1-315A-4F88-A2ED-42DD9E1ED5DC}" type="presOf" srcId="{65119670-74F7-495E-AE63-3CFE6D65B191}" destId="{4625BFC2-9B91-48C5-803F-FECB62411FF5}" srcOrd="1" destOrd="0" presId="urn:microsoft.com/office/officeart/2005/8/layout/list1"/>
    <dgm:cxn modelId="{39A237B5-3A17-4A16-98B6-DBABDAA0063A}" srcId="{78F71FEE-7086-4F35-ACBB-3A8AD0B152DE}" destId="{9D275915-668F-49BC-A7ED-953534829002}" srcOrd="0" destOrd="0" parTransId="{9346FF8E-1272-4A53-B6E8-1B915A3122DC}" sibTransId="{A15051E5-E511-4B65-8164-0811A971BF6E}"/>
    <dgm:cxn modelId="{5F138EC2-2132-4D56-A35C-F2F51C97B63E}" type="presOf" srcId="{78F71FEE-7086-4F35-ACBB-3A8AD0B152DE}" destId="{DC2C1210-1943-412D-9569-82C312807AAA}" srcOrd="1" destOrd="0" presId="urn:microsoft.com/office/officeart/2005/8/layout/list1"/>
    <dgm:cxn modelId="{F02900FD-AD9E-439C-AEA7-004DC75A7C22}" type="presOf" srcId="{FA00A4EE-32C5-4C32-8393-C34D37024B82}" destId="{A532FBBF-1819-4BBD-A289-C5FFAD8BF290}" srcOrd="1" destOrd="0" presId="urn:microsoft.com/office/officeart/2005/8/layout/list1"/>
    <dgm:cxn modelId="{C278CF8D-FC4D-4F44-9931-75221D2A010B}" type="presParOf" srcId="{EC9B52C4-2875-4E4C-8939-5790768410CB}" destId="{76FE47A8-DB44-4FBA-BC7B-43E67011A987}" srcOrd="0" destOrd="0" presId="urn:microsoft.com/office/officeart/2005/8/layout/list1"/>
    <dgm:cxn modelId="{7919800E-FEEA-40F3-BC8F-00C78366C4C6}" type="presParOf" srcId="{76FE47A8-DB44-4FBA-BC7B-43E67011A987}" destId="{DCE1AEDC-48C0-415C-851F-CF62A8E57395}" srcOrd="0" destOrd="0" presId="urn:microsoft.com/office/officeart/2005/8/layout/list1"/>
    <dgm:cxn modelId="{D8528C41-BCE9-4615-8340-816DB5CB8C52}" type="presParOf" srcId="{76FE47A8-DB44-4FBA-BC7B-43E67011A987}" destId="{4625BFC2-9B91-48C5-803F-FECB62411FF5}" srcOrd="1" destOrd="0" presId="urn:microsoft.com/office/officeart/2005/8/layout/list1"/>
    <dgm:cxn modelId="{3AC5847C-A4D6-4A5C-9EDD-36D82F256B72}" type="presParOf" srcId="{EC9B52C4-2875-4E4C-8939-5790768410CB}" destId="{9152DF58-BA6B-4B68-8020-30B57118947B}" srcOrd="1" destOrd="0" presId="urn:microsoft.com/office/officeart/2005/8/layout/list1"/>
    <dgm:cxn modelId="{A60F069C-07A6-436A-8C80-84FCDA8F3B66}" type="presParOf" srcId="{EC9B52C4-2875-4E4C-8939-5790768410CB}" destId="{EB52420C-DB7D-4EAE-A2DC-E1D54682EE46}" srcOrd="2" destOrd="0" presId="urn:microsoft.com/office/officeart/2005/8/layout/list1"/>
    <dgm:cxn modelId="{446F88BF-84FA-4600-A1D9-B88F0EC59B85}" type="presParOf" srcId="{EC9B52C4-2875-4E4C-8939-5790768410CB}" destId="{BB586C84-B163-49C5-8723-278341AB946E}" srcOrd="3" destOrd="0" presId="urn:microsoft.com/office/officeart/2005/8/layout/list1"/>
    <dgm:cxn modelId="{0CD1F6BB-BAAA-4EBD-9889-8DEB16A10931}" type="presParOf" srcId="{EC9B52C4-2875-4E4C-8939-5790768410CB}" destId="{B40A04B7-DBC6-4628-8123-83724D68AB11}" srcOrd="4" destOrd="0" presId="urn:microsoft.com/office/officeart/2005/8/layout/list1"/>
    <dgm:cxn modelId="{557C3CB2-C04E-4656-897A-29EDC841C13D}" type="presParOf" srcId="{B40A04B7-DBC6-4628-8123-83724D68AB11}" destId="{633C7D45-9F9F-4F37-9A17-482317EC5782}" srcOrd="0" destOrd="0" presId="urn:microsoft.com/office/officeart/2005/8/layout/list1"/>
    <dgm:cxn modelId="{FBE3AE27-46A2-4987-B91E-32FC804D1DCE}" type="presParOf" srcId="{B40A04B7-DBC6-4628-8123-83724D68AB11}" destId="{DC2C1210-1943-412D-9569-82C312807AAA}" srcOrd="1" destOrd="0" presId="urn:microsoft.com/office/officeart/2005/8/layout/list1"/>
    <dgm:cxn modelId="{BF43C864-4AA6-4613-8CF7-12EA963F9C2E}" type="presParOf" srcId="{EC9B52C4-2875-4E4C-8939-5790768410CB}" destId="{137312E6-730A-4561-AB6E-66B9316E7848}" srcOrd="5" destOrd="0" presId="urn:microsoft.com/office/officeart/2005/8/layout/list1"/>
    <dgm:cxn modelId="{254E218D-59DC-4352-A372-D5FB82A21370}" type="presParOf" srcId="{EC9B52C4-2875-4E4C-8939-5790768410CB}" destId="{AADDA7DA-D633-4EED-AE9A-7DA1E08B4D60}" srcOrd="6" destOrd="0" presId="urn:microsoft.com/office/officeart/2005/8/layout/list1"/>
    <dgm:cxn modelId="{4A962520-57A3-4FAD-BD62-787063906A04}" type="presParOf" srcId="{EC9B52C4-2875-4E4C-8939-5790768410CB}" destId="{1FCE51BA-38C9-4A6D-8B08-33622F482B0F}" srcOrd="7" destOrd="0" presId="urn:microsoft.com/office/officeart/2005/8/layout/list1"/>
    <dgm:cxn modelId="{B65E1951-A433-41A5-A1AD-1096C0D745BB}" type="presParOf" srcId="{EC9B52C4-2875-4E4C-8939-5790768410CB}" destId="{39D2E03A-F2E2-49D5-A039-908ABEE4D483}" srcOrd="8" destOrd="0" presId="urn:microsoft.com/office/officeart/2005/8/layout/list1"/>
    <dgm:cxn modelId="{EB5717CF-2D18-48FD-A167-97D914E751EE}" type="presParOf" srcId="{39D2E03A-F2E2-49D5-A039-908ABEE4D483}" destId="{1815A80D-8A55-414B-8F27-06C8081FD318}" srcOrd="0" destOrd="0" presId="urn:microsoft.com/office/officeart/2005/8/layout/list1"/>
    <dgm:cxn modelId="{145DBA45-5171-4D2D-A4DD-515226E424FF}" type="presParOf" srcId="{39D2E03A-F2E2-49D5-A039-908ABEE4D483}" destId="{A532FBBF-1819-4BBD-A289-C5FFAD8BF290}" srcOrd="1" destOrd="0" presId="urn:microsoft.com/office/officeart/2005/8/layout/list1"/>
    <dgm:cxn modelId="{088D427D-6F04-439A-A273-7AFB8D045E3C}" type="presParOf" srcId="{EC9B52C4-2875-4E4C-8939-5790768410CB}" destId="{8039BFB7-9C6D-4C3B-89D9-8E0DA730BB14}" srcOrd="9" destOrd="0" presId="urn:microsoft.com/office/officeart/2005/8/layout/list1"/>
    <dgm:cxn modelId="{BA221493-6C80-4342-BEA3-8582B3181DFC}" type="presParOf" srcId="{EC9B52C4-2875-4E4C-8939-5790768410CB}" destId="{D60A2F7D-6326-4054-B0FA-D3B4C22AA520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F5192F-B96A-417F-9463-6CADEF160997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61241F1-A901-49C0-8B3D-3F8019CCA0C7}">
      <dgm:prSet/>
      <dgm:spPr/>
      <dgm:t>
        <a:bodyPr/>
        <a:lstStyle/>
        <a:p>
          <a:r>
            <a:rPr lang="en-US"/>
            <a:t>Depth and Breadth</a:t>
          </a:r>
        </a:p>
      </dgm:t>
    </dgm:pt>
    <dgm:pt modelId="{CC294EE0-0A2A-4A3A-BAEF-BDEF4C3391E4}" type="parTrans" cxnId="{BED7067E-BB65-4EA1-A704-35D3E143F3D9}">
      <dgm:prSet/>
      <dgm:spPr/>
      <dgm:t>
        <a:bodyPr/>
        <a:lstStyle/>
        <a:p>
          <a:endParaRPr lang="en-US"/>
        </a:p>
      </dgm:t>
    </dgm:pt>
    <dgm:pt modelId="{67F90203-929F-4DF8-A817-574586950798}" type="sibTrans" cxnId="{BED7067E-BB65-4EA1-A704-35D3E143F3D9}">
      <dgm:prSet/>
      <dgm:spPr/>
      <dgm:t>
        <a:bodyPr/>
        <a:lstStyle/>
        <a:p>
          <a:endParaRPr lang="en-US"/>
        </a:p>
      </dgm:t>
    </dgm:pt>
    <dgm:pt modelId="{9BF8A285-CC6E-4A89-A98B-2AB21E4F7BF6}">
      <dgm:prSet/>
      <dgm:spPr/>
      <dgm:t>
        <a:bodyPr/>
        <a:lstStyle/>
        <a:p>
          <a:r>
            <a:rPr lang="en-US" dirty="0"/>
            <a:t>Unpack the full logic, methods, and assumptions of a few papers</a:t>
          </a:r>
        </a:p>
      </dgm:t>
    </dgm:pt>
    <dgm:pt modelId="{9FD51DB5-C935-499C-93E0-DF55EC052E07}" type="parTrans" cxnId="{6F0A04D7-E287-40C9-B19A-C9A1C44B196D}">
      <dgm:prSet/>
      <dgm:spPr/>
      <dgm:t>
        <a:bodyPr/>
        <a:lstStyle/>
        <a:p>
          <a:endParaRPr lang="en-US"/>
        </a:p>
      </dgm:t>
    </dgm:pt>
    <dgm:pt modelId="{A636678B-621A-4DB8-A494-8561B3E684E2}" type="sibTrans" cxnId="{6F0A04D7-E287-40C9-B19A-C9A1C44B196D}">
      <dgm:prSet/>
      <dgm:spPr/>
      <dgm:t>
        <a:bodyPr/>
        <a:lstStyle/>
        <a:p>
          <a:endParaRPr lang="en-US"/>
        </a:p>
      </dgm:t>
    </dgm:pt>
    <dgm:pt modelId="{D15E07CA-D443-4179-89AD-80A6F697A01C}">
      <dgm:prSet/>
      <dgm:spPr/>
      <dgm:t>
        <a:bodyPr/>
        <a:lstStyle/>
        <a:p>
          <a:r>
            <a:rPr lang="en-US" dirty="0"/>
            <a:t>Become familiar with a range of other papers</a:t>
          </a:r>
        </a:p>
      </dgm:t>
    </dgm:pt>
    <dgm:pt modelId="{FDFC3213-DF88-433A-BD22-35B120DF171C}" type="parTrans" cxnId="{39F9A769-3A3C-4385-ACBE-C307B3946911}">
      <dgm:prSet/>
      <dgm:spPr/>
      <dgm:t>
        <a:bodyPr/>
        <a:lstStyle/>
        <a:p>
          <a:endParaRPr lang="en-US"/>
        </a:p>
      </dgm:t>
    </dgm:pt>
    <dgm:pt modelId="{008FF3E8-2B43-438B-A01F-EFDACAF040CB}" type="sibTrans" cxnId="{39F9A769-3A3C-4385-ACBE-C307B3946911}">
      <dgm:prSet/>
      <dgm:spPr/>
      <dgm:t>
        <a:bodyPr/>
        <a:lstStyle/>
        <a:p>
          <a:endParaRPr lang="en-US"/>
        </a:p>
      </dgm:t>
    </dgm:pt>
    <dgm:pt modelId="{C42A0617-810B-4AA4-B9BF-1E3A4DFA3884}">
      <dgm:prSet/>
      <dgm:spPr/>
      <dgm:t>
        <a:bodyPr/>
        <a:lstStyle/>
        <a:p>
          <a:r>
            <a:rPr lang="en-US"/>
            <a:t>Critical Thinking</a:t>
          </a:r>
        </a:p>
      </dgm:t>
    </dgm:pt>
    <dgm:pt modelId="{19566DE3-DA0A-4129-9A65-A83FA233A22C}" type="parTrans" cxnId="{38C7935E-6BAD-4B33-B608-3DF520122D6C}">
      <dgm:prSet/>
      <dgm:spPr/>
      <dgm:t>
        <a:bodyPr/>
        <a:lstStyle/>
        <a:p>
          <a:endParaRPr lang="en-US"/>
        </a:p>
      </dgm:t>
    </dgm:pt>
    <dgm:pt modelId="{48CFECCD-4963-4094-BBF1-4C2916A8957D}" type="sibTrans" cxnId="{38C7935E-6BAD-4B33-B608-3DF520122D6C}">
      <dgm:prSet/>
      <dgm:spPr/>
      <dgm:t>
        <a:bodyPr/>
        <a:lstStyle/>
        <a:p>
          <a:endParaRPr lang="en-US"/>
        </a:p>
      </dgm:t>
    </dgm:pt>
    <dgm:pt modelId="{E6A52889-AA1F-43E1-900B-BB0C1207C31F}">
      <dgm:prSet/>
      <dgm:spPr/>
      <dgm:t>
        <a:bodyPr/>
        <a:lstStyle/>
        <a:p>
          <a:r>
            <a:rPr lang="en-US" dirty="0"/>
            <a:t>Big picture thinking: strengths and weaknesses, rigor, reproducibility, relevance</a:t>
          </a:r>
        </a:p>
      </dgm:t>
    </dgm:pt>
    <dgm:pt modelId="{2B171406-86B9-44EF-8792-A79AACC3C9BC}" type="parTrans" cxnId="{EB77A9DF-A2E5-4FB7-933A-4ADD76D57BAF}">
      <dgm:prSet/>
      <dgm:spPr/>
      <dgm:t>
        <a:bodyPr/>
        <a:lstStyle/>
        <a:p>
          <a:endParaRPr lang="en-US"/>
        </a:p>
      </dgm:t>
    </dgm:pt>
    <dgm:pt modelId="{5807FB3A-F819-41A2-9114-9DF4C405E019}" type="sibTrans" cxnId="{EB77A9DF-A2E5-4FB7-933A-4ADD76D57BAF}">
      <dgm:prSet/>
      <dgm:spPr/>
      <dgm:t>
        <a:bodyPr/>
        <a:lstStyle/>
        <a:p>
          <a:endParaRPr lang="en-US"/>
        </a:p>
      </dgm:t>
    </dgm:pt>
    <dgm:pt modelId="{D13F4DE9-3D5E-47AB-8DF2-4A0D632A60F9}">
      <dgm:prSet/>
      <dgm:spPr/>
      <dgm:t>
        <a:bodyPr/>
        <a:lstStyle/>
        <a:p>
          <a:r>
            <a:rPr lang="en-US" dirty="0"/>
            <a:t>Communication and Citizenship</a:t>
          </a:r>
        </a:p>
      </dgm:t>
    </dgm:pt>
    <dgm:pt modelId="{EE9C0A74-2BC3-421D-A0F6-C42B7765EDA9}" type="parTrans" cxnId="{18CE13BE-8AEC-4AD3-89FD-CE82FA46A663}">
      <dgm:prSet/>
      <dgm:spPr/>
      <dgm:t>
        <a:bodyPr/>
        <a:lstStyle/>
        <a:p>
          <a:endParaRPr lang="en-US"/>
        </a:p>
      </dgm:t>
    </dgm:pt>
    <dgm:pt modelId="{67E925F2-FB37-44BE-885F-1B8C2EA8EE91}" type="sibTrans" cxnId="{18CE13BE-8AEC-4AD3-89FD-CE82FA46A663}">
      <dgm:prSet/>
      <dgm:spPr/>
      <dgm:t>
        <a:bodyPr/>
        <a:lstStyle/>
        <a:p>
          <a:endParaRPr lang="en-US"/>
        </a:p>
      </dgm:t>
    </dgm:pt>
    <dgm:pt modelId="{B06C0C9B-CC5F-4E56-A03C-5BBF74374781}">
      <dgm:prSet/>
      <dgm:spPr/>
      <dgm:t>
        <a:bodyPr/>
        <a:lstStyle/>
        <a:p>
          <a:r>
            <a:rPr lang="en-US" dirty="0"/>
            <a:t>Constructive participation from all members</a:t>
          </a:r>
        </a:p>
      </dgm:t>
    </dgm:pt>
    <dgm:pt modelId="{04D58F01-81BD-4775-8D0A-3C0B909BA477}" type="parTrans" cxnId="{3EE52B6A-01D4-4825-909B-8385CA7D1A93}">
      <dgm:prSet/>
      <dgm:spPr/>
      <dgm:t>
        <a:bodyPr/>
        <a:lstStyle/>
        <a:p>
          <a:endParaRPr lang="en-US"/>
        </a:p>
      </dgm:t>
    </dgm:pt>
    <dgm:pt modelId="{73569367-3FDF-463E-AB37-68733F5B03CD}" type="sibTrans" cxnId="{3EE52B6A-01D4-4825-909B-8385CA7D1A93}">
      <dgm:prSet/>
      <dgm:spPr/>
      <dgm:t>
        <a:bodyPr/>
        <a:lstStyle/>
        <a:p>
          <a:endParaRPr lang="en-US"/>
        </a:p>
      </dgm:t>
    </dgm:pt>
    <dgm:pt modelId="{73236B5E-785C-4D21-9B4C-C942F2F20D78}">
      <dgm:prSet/>
      <dgm:spPr/>
      <dgm:t>
        <a:bodyPr/>
        <a:lstStyle/>
        <a:p>
          <a:r>
            <a:rPr lang="en-US" dirty="0"/>
            <a:t>Consistency and Co-Learning</a:t>
          </a:r>
        </a:p>
      </dgm:t>
    </dgm:pt>
    <dgm:pt modelId="{2EA6792E-C271-4FC4-9F83-9695C6866A84}" type="parTrans" cxnId="{A00DB5B4-8232-430B-BCF7-2BB775CB112F}">
      <dgm:prSet/>
      <dgm:spPr/>
      <dgm:t>
        <a:bodyPr/>
        <a:lstStyle/>
        <a:p>
          <a:endParaRPr lang="en-US"/>
        </a:p>
      </dgm:t>
    </dgm:pt>
    <dgm:pt modelId="{A8563E54-E141-4AB1-A8A5-962B340DC6D3}" type="sibTrans" cxnId="{A00DB5B4-8232-430B-BCF7-2BB775CB112F}">
      <dgm:prSet/>
      <dgm:spPr/>
      <dgm:t>
        <a:bodyPr/>
        <a:lstStyle/>
        <a:p>
          <a:endParaRPr lang="en-US"/>
        </a:p>
      </dgm:t>
    </dgm:pt>
    <dgm:pt modelId="{B71F56BC-DDE8-4FF1-8857-73108B4320B4}">
      <dgm:prSet/>
      <dgm:spPr/>
      <dgm:t>
        <a:bodyPr/>
        <a:lstStyle/>
        <a:p>
          <a:r>
            <a:rPr lang="en-US" dirty="0"/>
            <a:t>Regular engagement and discourse about the literature builds momentum</a:t>
          </a:r>
        </a:p>
        <a:p>
          <a:r>
            <a:rPr lang="en-US" dirty="0"/>
            <a:t>We are all learners and teachers. Learn and share with each other</a:t>
          </a:r>
        </a:p>
        <a:p>
          <a:endParaRPr lang="en-US" dirty="0"/>
        </a:p>
      </dgm:t>
    </dgm:pt>
    <dgm:pt modelId="{6F4E31F9-5989-45CB-8B05-A633A97571C3}" type="parTrans" cxnId="{DE15EE41-AC55-4AE2-A137-CACC95F4ED9E}">
      <dgm:prSet/>
      <dgm:spPr/>
      <dgm:t>
        <a:bodyPr/>
        <a:lstStyle/>
        <a:p>
          <a:endParaRPr lang="en-US"/>
        </a:p>
      </dgm:t>
    </dgm:pt>
    <dgm:pt modelId="{3BAB6AFE-5049-4514-9941-F8608DB4C50B}" type="sibTrans" cxnId="{DE15EE41-AC55-4AE2-A137-CACC95F4ED9E}">
      <dgm:prSet/>
      <dgm:spPr/>
      <dgm:t>
        <a:bodyPr/>
        <a:lstStyle/>
        <a:p>
          <a:endParaRPr lang="en-US"/>
        </a:p>
      </dgm:t>
    </dgm:pt>
    <dgm:pt modelId="{A964FFBC-3648-4D49-9EB3-F28AE9633AE5}">
      <dgm:prSet/>
      <dgm:spPr/>
      <dgm:t>
        <a:bodyPr/>
        <a:lstStyle/>
        <a:p>
          <a:r>
            <a:rPr lang="en-US" dirty="0"/>
            <a:t>Valuing diverse perspectives and applications of ML research</a:t>
          </a:r>
        </a:p>
      </dgm:t>
    </dgm:pt>
    <dgm:pt modelId="{3F4667CA-5AB2-44D2-B46F-2682AE7160B4}" type="parTrans" cxnId="{BD75AECD-A60E-45FB-94CD-2A7836B1B2D5}">
      <dgm:prSet/>
      <dgm:spPr/>
      <dgm:t>
        <a:bodyPr/>
        <a:lstStyle/>
        <a:p>
          <a:endParaRPr lang="en-US"/>
        </a:p>
      </dgm:t>
    </dgm:pt>
    <dgm:pt modelId="{52520656-25E9-45B5-BD2D-CAA86916C146}" type="sibTrans" cxnId="{BD75AECD-A60E-45FB-94CD-2A7836B1B2D5}">
      <dgm:prSet/>
      <dgm:spPr/>
      <dgm:t>
        <a:bodyPr/>
        <a:lstStyle/>
        <a:p>
          <a:endParaRPr lang="en-US"/>
        </a:p>
      </dgm:t>
    </dgm:pt>
    <dgm:pt modelId="{B49DD253-45F4-4CE6-9B73-9A7BDFE59478}">
      <dgm:prSet/>
      <dgm:spPr/>
      <dgm:t>
        <a:bodyPr/>
        <a:lstStyle/>
        <a:p>
          <a:r>
            <a:rPr lang="en-US" dirty="0"/>
            <a:t>Active discussion and critiquing</a:t>
          </a:r>
        </a:p>
      </dgm:t>
    </dgm:pt>
    <dgm:pt modelId="{DDE0BC12-9FEF-4E4B-A66C-7DBD87F56BE1}" type="parTrans" cxnId="{56816326-18E9-47C4-BEEE-B52D75278BFA}">
      <dgm:prSet/>
      <dgm:spPr/>
      <dgm:t>
        <a:bodyPr/>
        <a:lstStyle/>
        <a:p>
          <a:endParaRPr lang="en-US"/>
        </a:p>
      </dgm:t>
    </dgm:pt>
    <dgm:pt modelId="{75232CAC-70CD-4682-ACCA-0F60250F535B}" type="sibTrans" cxnId="{56816326-18E9-47C4-BEEE-B52D75278BFA}">
      <dgm:prSet/>
      <dgm:spPr/>
      <dgm:t>
        <a:bodyPr/>
        <a:lstStyle/>
        <a:p>
          <a:endParaRPr lang="en-US"/>
        </a:p>
      </dgm:t>
    </dgm:pt>
    <dgm:pt modelId="{3756A2E7-2A10-4833-AE02-939EC8DC3AFA}" type="pres">
      <dgm:prSet presAssocID="{70F5192F-B96A-417F-9463-6CADEF160997}" presName="Name0" presStyleCnt="0">
        <dgm:presLayoutVars>
          <dgm:dir/>
          <dgm:animLvl val="lvl"/>
          <dgm:resizeHandles val="exact"/>
        </dgm:presLayoutVars>
      </dgm:prSet>
      <dgm:spPr/>
    </dgm:pt>
    <dgm:pt modelId="{CDD69D7E-E3BA-4D34-A09D-7221EFF97049}" type="pres">
      <dgm:prSet presAssocID="{561241F1-A901-49C0-8B3D-3F8019CCA0C7}" presName="linNode" presStyleCnt="0"/>
      <dgm:spPr/>
    </dgm:pt>
    <dgm:pt modelId="{DA3A6334-69EB-4A90-9B16-3B027C5648A4}" type="pres">
      <dgm:prSet presAssocID="{561241F1-A901-49C0-8B3D-3F8019CCA0C7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A9AF2C77-665B-49B0-9555-E894A1BFFF98}" type="pres">
      <dgm:prSet presAssocID="{561241F1-A901-49C0-8B3D-3F8019CCA0C7}" presName="descendantText" presStyleLbl="alignAccFollowNode1" presStyleIdx="0" presStyleCnt="4">
        <dgm:presLayoutVars>
          <dgm:bulletEnabled/>
        </dgm:presLayoutVars>
      </dgm:prSet>
      <dgm:spPr/>
    </dgm:pt>
    <dgm:pt modelId="{3B93A398-A89E-4865-B5B2-7C248365C8C3}" type="pres">
      <dgm:prSet presAssocID="{67F90203-929F-4DF8-A817-574586950798}" presName="sp" presStyleCnt="0"/>
      <dgm:spPr/>
    </dgm:pt>
    <dgm:pt modelId="{98AEA116-AA0B-4A54-911B-C09724633D5D}" type="pres">
      <dgm:prSet presAssocID="{C42A0617-810B-4AA4-B9BF-1E3A4DFA3884}" presName="linNode" presStyleCnt="0"/>
      <dgm:spPr/>
    </dgm:pt>
    <dgm:pt modelId="{3B315FA6-5E82-4A27-B335-DC27F53705C0}" type="pres">
      <dgm:prSet presAssocID="{C42A0617-810B-4AA4-B9BF-1E3A4DFA3884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9D4A4D88-D3FC-45B5-AB82-6B4020876774}" type="pres">
      <dgm:prSet presAssocID="{C42A0617-810B-4AA4-B9BF-1E3A4DFA3884}" presName="descendantText" presStyleLbl="alignAccFollowNode1" presStyleIdx="1" presStyleCnt="4">
        <dgm:presLayoutVars>
          <dgm:bulletEnabled/>
        </dgm:presLayoutVars>
      </dgm:prSet>
      <dgm:spPr/>
    </dgm:pt>
    <dgm:pt modelId="{697EB262-575B-4612-AB74-4987361A02FB}" type="pres">
      <dgm:prSet presAssocID="{48CFECCD-4963-4094-BBF1-4C2916A8957D}" presName="sp" presStyleCnt="0"/>
      <dgm:spPr/>
    </dgm:pt>
    <dgm:pt modelId="{4B3655D3-C1C3-4FAE-A535-C3B972F5FD2E}" type="pres">
      <dgm:prSet presAssocID="{D13F4DE9-3D5E-47AB-8DF2-4A0D632A60F9}" presName="linNode" presStyleCnt="0"/>
      <dgm:spPr/>
    </dgm:pt>
    <dgm:pt modelId="{03A2BE36-0599-4A66-88A5-364A3B9C3F29}" type="pres">
      <dgm:prSet presAssocID="{D13F4DE9-3D5E-47AB-8DF2-4A0D632A60F9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2285708E-F7C0-4C34-B386-438BB46D9393}" type="pres">
      <dgm:prSet presAssocID="{D13F4DE9-3D5E-47AB-8DF2-4A0D632A60F9}" presName="descendantText" presStyleLbl="alignAccFollowNode1" presStyleIdx="2" presStyleCnt="4">
        <dgm:presLayoutVars>
          <dgm:bulletEnabled/>
        </dgm:presLayoutVars>
      </dgm:prSet>
      <dgm:spPr/>
    </dgm:pt>
    <dgm:pt modelId="{C6C18183-0B26-4545-9FB6-01F8B2484798}" type="pres">
      <dgm:prSet presAssocID="{67E925F2-FB37-44BE-885F-1B8C2EA8EE91}" presName="sp" presStyleCnt="0"/>
      <dgm:spPr/>
    </dgm:pt>
    <dgm:pt modelId="{D22988A6-FC2E-43FB-B2DD-79EA10BD6A52}" type="pres">
      <dgm:prSet presAssocID="{73236B5E-785C-4D21-9B4C-C942F2F20D78}" presName="linNode" presStyleCnt="0"/>
      <dgm:spPr/>
    </dgm:pt>
    <dgm:pt modelId="{84C1C9F4-A2AB-4FE0-8291-B67894290725}" type="pres">
      <dgm:prSet presAssocID="{73236B5E-785C-4D21-9B4C-C942F2F20D78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5B3B500B-D0E2-41C1-8523-EBF5335F12CD}" type="pres">
      <dgm:prSet presAssocID="{73236B5E-785C-4D21-9B4C-C942F2F20D78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020F201F-C741-45D3-8B99-B80D41EF207B}" type="presOf" srcId="{70F5192F-B96A-417F-9463-6CADEF160997}" destId="{3756A2E7-2A10-4833-AE02-939EC8DC3AFA}" srcOrd="0" destOrd="0" presId="urn:microsoft.com/office/officeart/2016/7/layout/VerticalSolidActionList"/>
    <dgm:cxn modelId="{56816326-18E9-47C4-BEEE-B52D75278BFA}" srcId="{C42A0617-810B-4AA4-B9BF-1E3A4DFA3884}" destId="{B49DD253-45F4-4CE6-9B73-9A7BDFE59478}" srcOrd="1" destOrd="0" parTransId="{DDE0BC12-9FEF-4E4B-A66C-7DBD87F56BE1}" sibTransId="{75232CAC-70CD-4682-ACCA-0F60250F535B}"/>
    <dgm:cxn modelId="{38C7935E-6BAD-4B33-B608-3DF520122D6C}" srcId="{70F5192F-B96A-417F-9463-6CADEF160997}" destId="{C42A0617-810B-4AA4-B9BF-1E3A4DFA3884}" srcOrd="1" destOrd="0" parTransId="{19566DE3-DA0A-4129-9A65-A83FA233A22C}" sibTransId="{48CFECCD-4963-4094-BBF1-4C2916A8957D}"/>
    <dgm:cxn modelId="{DE15EE41-AC55-4AE2-A137-CACC95F4ED9E}" srcId="{73236B5E-785C-4D21-9B4C-C942F2F20D78}" destId="{B71F56BC-DDE8-4FF1-8857-73108B4320B4}" srcOrd="0" destOrd="0" parTransId="{6F4E31F9-5989-45CB-8B05-A633A97571C3}" sibTransId="{3BAB6AFE-5049-4514-9941-F8608DB4C50B}"/>
    <dgm:cxn modelId="{39F9A769-3A3C-4385-ACBE-C307B3946911}" srcId="{561241F1-A901-49C0-8B3D-3F8019CCA0C7}" destId="{D15E07CA-D443-4179-89AD-80A6F697A01C}" srcOrd="1" destOrd="0" parTransId="{FDFC3213-DF88-433A-BD22-35B120DF171C}" sibTransId="{008FF3E8-2B43-438B-A01F-EFDACAF040CB}"/>
    <dgm:cxn modelId="{3EE52B6A-01D4-4825-909B-8385CA7D1A93}" srcId="{D13F4DE9-3D5E-47AB-8DF2-4A0D632A60F9}" destId="{B06C0C9B-CC5F-4E56-A03C-5BBF74374781}" srcOrd="0" destOrd="0" parTransId="{04D58F01-81BD-4775-8D0A-3C0B909BA477}" sibTransId="{73569367-3FDF-463E-AB37-68733F5B03CD}"/>
    <dgm:cxn modelId="{EA2D5E6A-40EE-4652-84E0-C08079BCF7F3}" type="presOf" srcId="{D15E07CA-D443-4179-89AD-80A6F697A01C}" destId="{A9AF2C77-665B-49B0-9555-E894A1BFFF98}" srcOrd="0" destOrd="1" presId="urn:microsoft.com/office/officeart/2016/7/layout/VerticalSolidActionList"/>
    <dgm:cxn modelId="{0D9B526A-B9A3-4703-9AFD-CDF1CC5FBB64}" type="presOf" srcId="{B49DD253-45F4-4CE6-9B73-9A7BDFE59478}" destId="{9D4A4D88-D3FC-45B5-AB82-6B4020876774}" srcOrd="0" destOrd="1" presId="urn:microsoft.com/office/officeart/2016/7/layout/VerticalSolidActionList"/>
    <dgm:cxn modelId="{E7C0726A-53E5-4671-AB73-2CB9AA67FEED}" type="presOf" srcId="{A964FFBC-3648-4D49-9EB3-F28AE9633AE5}" destId="{2285708E-F7C0-4C34-B386-438BB46D9393}" srcOrd="0" destOrd="1" presId="urn:microsoft.com/office/officeart/2016/7/layout/VerticalSolidActionList"/>
    <dgm:cxn modelId="{FBACFC6D-CB4E-4443-83D8-C19549CDC7E3}" type="presOf" srcId="{D13F4DE9-3D5E-47AB-8DF2-4A0D632A60F9}" destId="{03A2BE36-0599-4A66-88A5-364A3B9C3F29}" srcOrd="0" destOrd="0" presId="urn:microsoft.com/office/officeart/2016/7/layout/VerticalSolidActionList"/>
    <dgm:cxn modelId="{32BF5B7A-2C07-48F6-B27F-E0C98B5CABD1}" type="presOf" srcId="{9BF8A285-CC6E-4A89-A98B-2AB21E4F7BF6}" destId="{A9AF2C77-665B-49B0-9555-E894A1BFFF98}" srcOrd="0" destOrd="0" presId="urn:microsoft.com/office/officeart/2016/7/layout/VerticalSolidActionList"/>
    <dgm:cxn modelId="{BED7067E-BB65-4EA1-A704-35D3E143F3D9}" srcId="{70F5192F-B96A-417F-9463-6CADEF160997}" destId="{561241F1-A901-49C0-8B3D-3F8019CCA0C7}" srcOrd="0" destOrd="0" parTransId="{CC294EE0-0A2A-4A3A-BAEF-BDEF4C3391E4}" sibTransId="{67F90203-929F-4DF8-A817-574586950798}"/>
    <dgm:cxn modelId="{00187C82-8324-4806-9C34-B622DE1F76FD}" type="presOf" srcId="{73236B5E-785C-4D21-9B4C-C942F2F20D78}" destId="{84C1C9F4-A2AB-4FE0-8291-B67894290725}" srcOrd="0" destOrd="0" presId="urn:microsoft.com/office/officeart/2016/7/layout/VerticalSolidActionList"/>
    <dgm:cxn modelId="{96FD4A9D-0281-40F1-9C53-AC630BAEF268}" type="presOf" srcId="{561241F1-A901-49C0-8B3D-3F8019CCA0C7}" destId="{DA3A6334-69EB-4A90-9B16-3B027C5648A4}" srcOrd="0" destOrd="0" presId="urn:microsoft.com/office/officeart/2016/7/layout/VerticalSolidActionList"/>
    <dgm:cxn modelId="{47083C9F-AB10-46FE-AE1F-9CEB4018D166}" type="presOf" srcId="{B71F56BC-DDE8-4FF1-8857-73108B4320B4}" destId="{5B3B500B-D0E2-41C1-8523-EBF5335F12CD}" srcOrd="0" destOrd="0" presId="urn:microsoft.com/office/officeart/2016/7/layout/VerticalSolidActionList"/>
    <dgm:cxn modelId="{BC924CAD-1E1B-41A9-B143-D664999FAD0E}" type="presOf" srcId="{C42A0617-810B-4AA4-B9BF-1E3A4DFA3884}" destId="{3B315FA6-5E82-4A27-B335-DC27F53705C0}" srcOrd="0" destOrd="0" presId="urn:microsoft.com/office/officeart/2016/7/layout/VerticalSolidActionList"/>
    <dgm:cxn modelId="{A00DB5B4-8232-430B-BCF7-2BB775CB112F}" srcId="{70F5192F-B96A-417F-9463-6CADEF160997}" destId="{73236B5E-785C-4D21-9B4C-C942F2F20D78}" srcOrd="3" destOrd="0" parTransId="{2EA6792E-C271-4FC4-9F83-9695C6866A84}" sibTransId="{A8563E54-E141-4AB1-A8A5-962B340DC6D3}"/>
    <dgm:cxn modelId="{18CE13BE-8AEC-4AD3-89FD-CE82FA46A663}" srcId="{70F5192F-B96A-417F-9463-6CADEF160997}" destId="{D13F4DE9-3D5E-47AB-8DF2-4A0D632A60F9}" srcOrd="2" destOrd="0" parTransId="{EE9C0A74-2BC3-421D-A0F6-C42B7765EDA9}" sibTransId="{67E925F2-FB37-44BE-885F-1B8C2EA8EE91}"/>
    <dgm:cxn modelId="{96A36EBE-B599-4296-BFA3-72A75DE2C147}" type="presOf" srcId="{B06C0C9B-CC5F-4E56-A03C-5BBF74374781}" destId="{2285708E-F7C0-4C34-B386-438BB46D9393}" srcOrd="0" destOrd="0" presId="urn:microsoft.com/office/officeart/2016/7/layout/VerticalSolidActionList"/>
    <dgm:cxn modelId="{BD75AECD-A60E-45FB-94CD-2A7836B1B2D5}" srcId="{D13F4DE9-3D5E-47AB-8DF2-4A0D632A60F9}" destId="{A964FFBC-3648-4D49-9EB3-F28AE9633AE5}" srcOrd="1" destOrd="0" parTransId="{3F4667CA-5AB2-44D2-B46F-2682AE7160B4}" sibTransId="{52520656-25E9-45B5-BD2D-CAA86916C146}"/>
    <dgm:cxn modelId="{6F0A04D7-E287-40C9-B19A-C9A1C44B196D}" srcId="{561241F1-A901-49C0-8B3D-3F8019CCA0C7}" destId="{9BF8A285-CC6E-4A89-A98B-2AB21E4F7BF6}" srcOrd="0" destOrd="0" parTransId="{9FD51DB5-C935-499C-93E0-DF55EC052E07}" sibTransId="{A636678B-621A-4DB8-A494-8561B3E684E2}"/>
    <dgm:cxn modelId="{EB77A9DF-A2E5-4FB7-933A-4ADD76D57BAF}" srcId="{C42A0617-810B-4AA4-B9BF-1E3A4DFA3884}" destId="{E6A52889-AA1F-43E1-900B-BB0C1207C31F}" srcOrd="0" destOrd="0" parTransId="{2B171406-86B9-44EF-8792-A79AACC3C9BC}" sibTransId="{5807FB3A-F819-41A2-9114-9DF4C405E019}"/>
    <dgm:cxn modelId="{ABE2A5F5-E103-4ADD-BF56-B5FFB24845D2}" type="presOf" srcId="{E6A52889-AA1F-43E1-900B-BB0C1207C31F}" destId="{9D4A4D88-D3FC-45B5-AB82-6B4020876774}" srcOrd="0" destOrd="0" presId="urn:microsoft.com/office/officeart/2016/7/layout/VerticalSolidActionList"/>
    <dgm:cxn modelId="{887B6569-1EE1-4E0B-8052-2BBE15CAE5B7}" type="presParOf" srcId="{3756A2E7-2A10-4833-AE02-939EC8DC3AFA}" destId="{CDD69D7E-E3BA-4D34-A09D-7221EFF97049}" srcOrd="0" destOrd="0" presId="urn:microsoft.com/office/officeart/2016/7/layout/VerticalSolidActionList"/>
    <dgm:cxn modelId="{318C79F7-EFB7-4C8F-AB80-44467D9A9D35}" type="presParOf" srcId="{CDD69D7E-E3BA-4D34-A09D-7221EFF97049}" destId="{DA3A6334-69EB-4A90-9B16-3B027C5648A4}" srcOrd="0" destOrd="0" presId="urn:microsoft.com/office/officeart/2016/7/layout/VerticalSolidActionList"/>
    <dgm:cxn modelId="{DD42FCC0-1910-4087-A668-6923A988F238}" type="presParOf" srcId="{CDD69D7E-E3BA-4D34-A09D-7221EFF97049}" destId="{A9AF2C77-665B-49B0-9555-E894A1BFFF98}" srcOrd="1" destOrd="0" presId="urn:microsoft.com/office/officeart/2016/7/layout/VerticalSolidActionList"/>
    <dgm:cxn modelId="{8D1B1245-B6BD-47AD-B67E-F43091D0B9F3}" type="presParOf" srcId="{3756A2E7-2A10-4833-AE02-939EC8DC3AFA}" destId="{3B93A398-A89E-4865-B5B2-7C248365C8C3}" srcOrd="1" destOrd="0" presId="urn:microsoft.com/office/officeart/2016/7/layout/VerticalSolidActionList"/>
    <dgm:cxn modelId="{38A81499-E3E9-481F-BD6B-7ABDBEA9E7B4}" type="presParOf" srcId="{3756A2E7-2A10-4833-AE02-939EC8DC3AFA}" destId="{98AEA116-AA0B-4A54-911B-C09724633D5D}" srcOrd="2" destOrd="0" presId="urn:microsoft.com/office/officeart/2016/7/layout/VerticalSolidActionList"/>
    <dgm:cxn modelId="{B6AC13C3-E55A-4982-BBF6-58C2E6EDE965}" type="presParOf" srcId="{98AEA116-AA0B-4A54-911B-C09724633D5D}" destId="{3B315FA6-5E82-4A27-B335-DC27F53705C0}" srcOrd="0" destOrd="0" presId="urn:microsoft.com/office/officeart/2016/7/layout/VerticalSolidActionList"/>
    <dgm:cxn modelId="{1884E793-B7D8-4008-9B54-4EF9A157349C}" type="presParOf" srcId="{98AEA116-AA0B-4A54-911B-C09724633D5D}" destId="{9D4A4D88-D3FC-45B5-AB82-6B4020876774}" srcOrd="1" destOrd="0" presId="urn:microsoft.com/office/officeart/2016/7/layout/VerticalSolidActionList"/>
    <dgm:cxn modelId="{71730CE5-550F-4953-9D79-92DB83FFA0EB}" type="presParOf" srcId="{3756A2E7-2A10-4833-AE02-939EC8DC3AFA}" destId="{697EB262-575B-4612-AB74-4987361A02FB}" srcOrd="3" destOrd="0" presId="urn:microsoft.com/office/officeart/2016/7/layout/VerticalSolidActionList"/>
    <dgm:cxn modelId="{7FFB0AB7-17AA-477D-8929-413245BC6644}" type="presParOf" srcId="{3756A2E7-2A10-4833-AE02-939EC8DC3AFA}" destId="{4B3655D3-C1C3-4FAE-A535-C3B972F5FD2E}" srcOrd="4" destOrd="0" presId="urn:microsoft.com/office/officeart/2016/7/layout/VerticalSolidActionList"/>
    <dgm:cxn modelId="{866E8F15-337F-40BA-B401-E85ACD4B9B62}" type="presParOf" srcId="{4B3655D3-C1C3-4FAE-A535-C3B972F5FD2E}" destId="{03A2BE36-0599-4A66-88A5-364A3B9C3F29}" srcOrd="0" destOrd="0" presId="urn:microsoft.com/office/officeart/2016/7/layout/VerticalSolidActionList"/>
    <dgm:cxn modelId="{EC827377-0D72-4D03-8E08-027CAFB3C13A}" type="presParOf" srcId="{4B3655D3-C1C3-4FAE-A535-C3B972F5FD2E}" destId="{2285708E-F7C0-4C34-B386-438BB46D9393}" srcOrd="1" destOrd="0" presId="urn:microsoft.com/office/officeart/2016/7/layout/VerticalSolidActionList"/>
    <dgm:cxn modelId="{001E3D20-5278-4355-8216-6CEADF65BA88}" type="presParOf" srcId="{3756A2E7-2A10-4833-AE02-939EC8DC3AFA}" destId="{C6C18183-0B26-4545-9FB6-01F8B2484798}" srcOrd="5" destOrd="0" presId="urn:microsoft.com/office/officeart/2016/7/layout/VerticalSolidActionList"/>
    <dgm:cxn modelId="{7BC61661-4E41-426C-AE05-8EB0D86FBAAA}" type="presParOf" srcId="{3756A2E7-2A10-4833-AE02-939EC8DC3AFA}" destId="{D22988A6-FC2E-43FB-B2DD-79EA10BD6A52}" srcOrd="6" destOrd="0" presId="urn:microsoft.com/office/officeart/2016/7/layout/VerticalSolidActionList"/>
    <dgm:cxn modelId="{0822F9A8-FA1E-442B-94B7-2279850329A4}" type="presParOf" srcId="{D22988A6-FC2E-43FB-B2DD-79EA10BD6A52}" destId="{84C1C9F4-A2AB-4FE0-8291-B67894290725}" srcOrd="0" destOrd="0" presId="urn:microsoft.com/office/officeart/2016/7/layout/VerticalSolidActionList"/>
    <dgm:cxn modelId="{E3FB4385-227D-4BF1-B46A-334F48047A60}" type="presParOf" srcId="{D22988A6-FC2E-43FB-B2DD-79EA10BD6A52}" destId="{5B3B500B-D0E2-41C1-8523-EBF5335F12CD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66C94E6-84A3-41C2-9EFE-C0A56710DA7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2D1D940-1ED4-4307-9D80-139A23BB093E}">
      <dgm:prSet/>
      <dgm:spPr/>
      <dgm:t>
        <a:bodyPr/>
        <a:lstStyle/>
        <a:p>
          <a:r>
            <a:rPr lang="en-US"/>
            <a:t>Unpack the full logic, methods, and assumptions of a few papers</a:t>
          </a:r>
        </a:p>
      </dgm:t>
    </dgm:pt>
    <dgm:pt modelId="{8912AB4C-5E3A-4825-B72C-1FB4886D4BF9}" type="parTrans" cxnId="{A69C53B6-EE58-49FB-9CE3-FD346219353C}">
      <dgm:prSet/>
      <dgm:spPr/>
      <dgm:t>
        <a:bodyPr/>
        <a:lstStyle/>
        <a:p>
          <a:endParaRPr lang="en-US"/>
        </a:p>
      </dgm:t>
    </dgm:pt>
    <dgm:pt modelId="{A2081371-2FF6-4CC4-B3EF-F6076723F901}" type="sibTrans" cxnId="{A69C53B6-EE58-49FB-9CE3-FD346219353C}">
      <dgm:prSet/>
      <dgm:spPr/>
      <dgm:t>
        <a:bodyPr/>
        <a:lstStyle/>
        <a:p>
          <a:endParaRPr lang="en-US"/>
        </a:p>
      </dgm:t>
    </dgm:pt>
    <dgm:pt modelId="{3FD6A282-E7F5-4054-8A01-A3FA0E36C695}">
      <dgm:prSet/>
      <dgm:spPr/>
      <dgm:t>
        <a:bodyPr/>
        <a:lstStyle/>
        <a:p>
          <a:r>
            <a:rPr lang="en-US"/>
            <a:t>Become familiar with a range of other papers</a:t>
          </a:r>
        </a:p>
      </dgm:t>
    </dgm:pt>
    <dgm:pt modelId="{69C44CD5-768D-45F9-AE53-6A14EA1DC79B}" type="parTrans" cxnId="{3F7EB3D1-F706-474C-9B8C-3A5B516C6AB1}">
      <dgm:prSet/>
      <dgm:spPr/>
      <dgm:t>
        <a:bodyPr/>
        <a:lstStyle/>
        <a:p>
          <a:endParaRPr lang="en-US"/>
        </a:p>
      </dgm:t>
    </dgm:pt>
    <dgm:pt modelId="{F2C9BC24-B7A6-46CD-9336-6595C6DBAB03}" type="sibTrans" cxnId="{3F7EB3D1-F706-474C-9B8C-3A5B516C6AB1}">
      <dgm:prSet/>
      <dgm:spPr/>
      <dgm:t>
        <a:bodyPr/>
        <a:lstStyle/>
        <a:p>
          <a:endParaRPr lang="en-US"/>
        </a:p>
      </dgm:t>
    </dgm:pt>
    <dgm:pt modelId="{C2FF001C-76FA-49D0-A84A-73385261FB58}" type="pres">
      <dgm:prSet presAssocID="{766C94E6-84A3-41C2-9EFE-C0A56710DA7F}" presName="root" presStyleCnt="0">
        <dgm:presLayoutVars>
          <dgm:dir/>
          <dgm:resizeHandles val="exact"/>
        </dgm:presLayoutVars>
      </dgm:prSet>
      <dgm:spPr/>
    </dgm:pt>
    <dgm:pt modelId="{9F39345F-F9B5-4B4E-91A3-E171FAB438C6}" type="pres">
      <dgm:prSet presAssocID="{62D1D940-1ED4-4307-9D80-139A23BB093E}" presName="compNode" presStyleCnt="0"/>
      <dgm:spPr/>
    </dgm:pt>
    <dgm:pt modelId="{13D34CD5-8AA2-4592-80F2-8EFF05276A0A}" type="pres">
      <dgm:prSet presAssocID="{62D1D940-1ED4-4307-9D80-139A23BB093E}" presName="bgRect" presStyleLbl="bgShp" presStyleIdx="0" presStyleCnt="2"/>
      <dgm:spPr/>
    </dgm:pt>
    <dgm:pt modelId="{47CAE97D-9B53-4A0C-8356-49A513352AEF}" type="pres">
      <dgm:prSet presAssocID="{62D1D940-1ED4-4307-9D80-139A23BB093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A90F2BE7-4B63-4FA3-A350-9DED4FB51FC1}" type="pres">
      <dgm:prSet presAssocID="{62D1D940-1ED4-4307-9D80-139A23BB093E}" presName="spaceRect" presStyleCnt="0"/>
      <dgm:spPr/>
    </dgm:pt>
    <dgm:pt modelId="{BCB19EF7-0227-4EE7-A0C5-9CD5DC7D6ADD}" type="pres">
      <dgm:prSet presAssocID="{62D1D940-1ED4-4307-9D80-139A23BB093E}" presName="parTx" presStyleLbl="revTx" presStyleIdx="0" presStyleCnt="2">
        <dgm:presLayoutVars>
          <dgm:chMax val="0"/>
          <dgm:chPref val="0"/>
        </dgm:presLayoutVars>
      </dgm:prSet>
      <dgm:spPr/>
    </dgm:pt>
    <dgm:pt modelId="{9277AAE5-8DD7-4E5B-9E03-D0D74C37C213}" type="pres">
      <dgm:prSet presAssocID="{A2081371-2FF6-4CC4-B3EF-F6076723F901}" presName="sibTrans" presStyleCnt="0"/>
      <dgm:spPr/>
    </dgm:pt>
    <dgm:pt modelId="{48236AE5-D3EC-4DDC-8CF8-82E550E3A085}" type="pres">
      <dgm:prSet presAssocID="{3FD6A282-E7F5-4054-8A01-A3FA0E36C695}" presName="compNode" presStyleCnt="0"/>
      <dgm:spPr/>
    </dgm:pt>
    <dgm:pt modelId="{2AD9016D-CBB4-42EE-85A7-D60BF4A20C99}" type="pres">
      <dgm:prSet presAssocID="{3FD6A282-E7F5-4054-8A01-A3FA0E36C695}" presName="bgRect" presStyleLbl="bgShp" presStyleIdx="1" presStyleCnt="2"/>
      <dgm:spPr/>
    </dgm:pt>
    <dgm:pt modelId="{DB0D92BD-8EEF-4E51-86FD-3EA2177C2BF8}" type="pres">
      <dgm:prSet presAssocID="{3FD6A282-E7F5-4054-8A01-A3FA0E36C69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2DDDF222-BE72-4540-BC0C-63CAE6FB89B0}" type="pres">
      <dgm:prSet presAssocID="{3FD6A282-E7F5-4054-8A01-A3FA0E36C695}" presName="spaceRect" presStyleCnt="0"/>
      <dgm:spPr/>
    </dgm:pt>
    <dgm:pt modelId="{BE48ECCD-0D9A-40D6-AF09-607420040090}" type="pres">
      <dgm:prSet presAssocID="{3FD6A282-E7F5-4054-8A01-A3FA0E36C69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23ACB64-A56F-4563-8C97-B788225B63CC}" type="presOf" srcId="{766C94E6-84A3-41C2-9EFE-C0A56710DA7F}" destId="{C2FF001C-76FA-49D0-A84A-73385261FB58}" srcOrd="0" destOrd="0" presId="urn:microsoft.com/office/officeart/2018/2/layout/IconVerticalSolidList"/>
    <dgm:cxn modelId="{2762254E-6130-4740-859F-E63DCB8E8083}" type="presOf" srcId="{3FD6A282-E7F5-4054-8A01-A3FA0E36C695}" destId="{BE48ECCD-0D9A-40D6-AF09-607420040090}" srcOrd="0" destOrd="0" presId="urn:microsoft.com/office/officeart/2018/2/layout/IconVerticalSolidList"/>
    <dgm:cxn modelId="{A8A2DBB3-EFAE-4FB9-8D18-ACC84688B6C2}" type="presOf" srcId="{62D1D940-1ED4-4307-9D80-139A23BB093E}" destId="{BCB19EF7-0227-4EE7-A0C5-9CD5DC7D6ADD}" srcOrd="0" destOrd="0" presId="urn:microsoft.com/office/officeart/2018/2/layout/IconVerticalSolidList"/>
    <dgm:cxn modelId="{A69C53B6-EE58-49FB-9CE3-FD346219353C}" srcId="{766C94E6-84A3-41C2-9EFE-C0A56710DA7F}" destId="{62D1D940-1ED4-4307-9D80-139A23BB093E}" srcOrd="0" destOrd="0" parTransId="{8912AB4C-5E3A-4825-B72C-1FB4886D4BF9}" sibTransId="{A2081371-2FF6-4CC4-B3EF-F6076723F901}"/>
    <dgm:cxn modelId="{3F7EB3D1-F706-474C-9B8C-3A5B516C6AB1}" srcId="{766C94E6-84A3-41C2-9EFE-C0A56710DA7F}" destId="{3FD6A282-E7F5-4054-8A01-A3FA0E36C695}" srcOrd="1" destOrd="0" parTransId="{69C44CD5-768D-45F9-AE53-6A14EA1DC79B}" sibTransId="{F2C9BC24-B7A6-46CD-9336-6595C6DBAB03}"/>
    <dgm:cxn modelId="{FF51D4E7-015C-4EF7-A6A5-E616F2A03BA7}" type="presParOf" srcId="{C2FF001C-76FA-49D0-A84A-73385261FB58}" destId="{9F39345F-F9B5-4B4E-91A3-E171FAB438C6}" srcOrd="0" destOrd="0" presId="urn:microsoft.com/office/officeart/2018/2/layout/IconVerticalSolidList"/>
    <dgm:cxn modelId="{4F8182AC-216E-4271-9E6F-1833B3C7E81B}" type="presParOf" srcId="{9F39345F-F9B5-4B4E-91A3-E171FAB438C6}" destId="{13D34CD5-8AA2-4592-80F2-8EFF05276A0A}" srcOrd="0" destOrd="0" presId="urn:microsoft.com/office/officeart/2018/2/layout/IconVerticalSolidList"/>
    <dgm:cxn modelId="{CC9AB460-63CA-406C-9B56-32165EF08021}" type="presParOf" srcId="{9F39345F-F9B5-4B4E-91A3-E171FAB438C6}" destId="{47CAE97D-9B53-4A0C-8356-49A513352AEF}" srcOrd="1" destOrd="0" presId="urn:microsoft.com/office/officeart/2018/2/layout/IconVerticalSolidList"/>
    <dgm:cxn modelId="{6E5307C2-9D97-4EC1-88D7-7E3E705BA642}" type="presParOf" srcId="{9F39345F-F9B5-4B4E-91A3-E171FAB438C6}" destId="{A90F2BE7-4B63-4FA3-A350-9DED4FB51FC1}" srcOrd="2" destOrd="0" presId="urn:microsoft.com/office/officeart/2018/2/layout/IconVerticalSolidList"/>
    <dgm:cxn modelId="{24D8F769-9BFD-4829-9545-7F1B38F19AF3}" type="presParOf" srcId="{9F39345F-F9B5-4B4E-91A3-E171FAB438C6}" destId="{BCB19EF7-0227-4EE7-A0C5-9CD5DC7D6ADD}" srcOrd="3" destOrd="0" presId="urn:microsoft.com/office/officeart/2018/2/layout/IconVerticalSolidList"/>
    <dgm:cxn modelId="{71A124E6-3B9C-43FE-91F6-9C6E45918AEE}" type="presParOf" srcId="{C2FF001C-76FA-49D0-A84A-73385261FB58}" destId="{9277AAE5-8DD7-4E5B-9E03-D0D74C37C213}" srcOrd="1" destOrd="0" presId="urn:microsoft.com/office/officeart/2018/2/layout/IconVerticalSolidList"/>
    <dgm:cxn modelId="{D9F89AC1-0BF5-460C-85AD-E9FD8AB15B7E}" type="presParOf" srcId="{C2FF001C-76FA-49D0-A84A-73385261FB58}" destId="{48236AE5-D3EC-4DDC-8CF8-82E550E3A085}" srcOrd="2" destOrd="0" presId="urn:microsoft.com/office/officeart/2018/2/layout/IconVerticalSolidList"/>
    <dgm:cxn modelId="{19A0E866-F7F3-4904-8347-72098E3F8514}" type="presParOf" srcId="{48236AE5-D3EC-4DDC-8CF8-82E550E3A085}" destId="{2AD9016D-CBB4-42EE-85A7-D60BF4A20C99}" srcOrd="0" destOrd="0" presId="urn:microsoft.com/office/officeart/2018/2/layout/IconVerticalSolidList"/>
    <dgm:cxn modelId="{F3687717-B730-4A17-8095-5C04A79AF374}" type="presParOf" srcId="{48236AE5-D3EC-4DDC-8CF8-82E550E3A085}" destId="{DB0D92BD-8EEF-4E51-86FD-3EA2177C2BF8}" srcOrd="1" destOrd="0" presId="urn:microsoft.com/office/officeart/2018/2/layout/IconVerticalSolidList"/>
    <dgm:cxn modelId="{07AD94E4-FB0D-48E6-8906-A7B1E5264F2B}" type="presParOf" srcId="{48236AE5-D3EC-4DDC-8CF8-82E550E3A085}" destId="{2DDDF222-BE72-4540-BC0C-63CAE6FB89B0}" srcOrd="2" destOrd="0" presId="urn:microsoft.com/office/officeart/2018/2/layout/IconVerticalSolidList"/>
    <dgm:cxn modelId="{60C80D43-5DFB-4254-88D3-0A434ABB7D95}" type="presParOf" srcId="{48236AE5-D3EC-4DDC-8CF8-82E550E3A085}" destId="{BE48ECCD-0D9A-40D6-AF09-60742004009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A694BBA-A291-43DE-B135-1193DB3A545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0402D6F-6215-4CE1-ABAF-4072B33E4A1B}">
      <dgm:prSet/>
      <dgm:spPr/>
      <dgm:t>
        <a:bodyPr/>
        <a:lstStyle/>
        <a:p>
          <a:pPr>
            <a:defRPr cap="all"/>
          </a:pPr>
          <a:r>
            <a:rPr lang="en-US" b="1" cap="none" dirty="0"/>
            <a:t>Regular engagement </a:t>
          </a:r>
          <a:r>
            <a:rPr lang="en-US" cap="none" dirty="0"/>
            <a:t>and discourse about the literature builds momentum</a:t>
          </a:r>
        </a:p>
      </dgm:t>
    </dgm:pt>
    <dgm:pt modelId="{2606A987-E1FC-4175-9AED-111E2D817C48}" type="parTrans" cxnId="{FF9D878F-3C02-423C-873A-7C9D6A9629DC}">
      <dgm:prSet/>
      <dgm:spPr/>
      <dgm:t>
        <a:bodyPr/>
        <a:lstStyle/>
        <a:p>
          <a:endParaRPr lang="en-US"/>
        </a:p>
      </dgm:t>
    </dgm:pt>
    <dgm:pt modelId="{883DBCA8-360B-41F7-B479-422FAD593B1E}" type="sibTrans" cxnId="{FF9D878F-3C02-423C-873A-7C9D6A9629DC}">
      <dgm:prSet/>
      <dgm:spPr/>
      <dgm:t>
        <a:bodyPr/>
        <a:lstStyle/>
        <a:p>
          <a:endParaRPr lang="en-US"/>
        </a:p>
      </dgm:t>
    </dgm:pt>
    <dgm:pt modelId="{785A2074-CEA7-4485-A466-627515EAD562}">
      <dgm:prSet/>
      <dgm:spPr/>
      <dgm:t>
        <a:bodyPr/>
        <a:lstStyle/>
        <a:p>
          <a:pPr>
            <a:defRPr cap="all"/>
          </a:pPr>
          <a:r>
            <a:rPr lang="en-US" cap="none" dirty="0"/>
            <a:t>We are all learners and teachers. </a:t>
          </a:r>
          <a:r>
            <a:rPr lang="en-US" b="1" cap="none" dirty="0"/>
            <a:t>Learn and share </a:t>
          </a:r>
          <a:r>
            <a:rPr lang="en-US" cap="none" dirty="0"/>
            <a:t>with each other</a:t>
          </a:r>
        </a:p>
      </dgm:t>
    </dgm:pt>
    <dgm:pt modelId="{D7FB3B9F-ABAA-4BD5-A717-38A497944A5F}" type="parTrans" cxnId="{980FA7B3-5156-4897-BF15-2B56316D606E}">
      <dgm:prSet/>
      <dgm:spPr/>
      <dgm:t>
        <a:bodyPr/>
        <a:lstStyle/>
        <a:p>
          <a:endParaRPr lang="en-US"/>
        </a:p>
      </dgm:t>
    </dgm:pt>
    <dgm:pt modelId="{E7E9CA60-EFBE-4C31-A60C-B3AA9156ED4A}" type="sibTrans" cxnId="{980FA7B3-5156-4897-BF15-2B56316D606E}">
      <dgm:prSet/>
      <dgm:spPr/>
      <dgm:t>
        <a:bodyPr/>
        <a:lstStyle/>
        <a:p>
          <a:endParaRPr lang="en-US"/>
        </a:p>
      </dgm:t>
    </dgm:pt>
    <dgm:pt modelId="{DFEAF5D4-EE4D-4A2A-B4F0-6924AB1C404D}" type="pres">
      <dgm:prSet presAssocID="{1A694BBA-A291-43DE-B135-1193DB3A5450}" presName="root" presStyleCnt="0">
        <dgm:presLayoutVars>
          <dgm:dir/>
          <dgm:resizeHandles val="exact"/>
        </dgm:presLayoutVars>
      </dgm:prSet>
      <dgm:spPr/>
    </dgm:pt>
    <dgm:pt modelId="{E3AD99A0-2029-46D6-B5DC-C7BC1D45A09F}" type="pres">
      <dgm:prSet presAssocID="{A0402D6F-6215-4CE1-ABAF-4072B33E4A1B}" presName="compNode" presStyleCnt="0"/>
      <dgm:spPr/>
    </dgm:pt>
    <dgm:pt modelId="{CB39F3C1-0D9C-445E-BA6C-47FD2048093D}" type="pres">
      <dgm:prSet presAssocID="{A0402D6F-6215-4CE1-ABAF-4072B33E4A1B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6E9A13E4-5CBD-427E-A2CA-E4F4BD2D1F7A}" type="pres">
      <dgm:prSet presAssocID="{A0402D6F-6215-4CE1-ABAF-4072B33E4A1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 with solid fill"/>
        </a:ext>
      </dgm:extLst>
    </dgm:pt>
    <dgm:pt modelId="{9887493C-7290-4C76-A5B9-6FC999DA9E27}" type="pres">
      <dgm:prSet presAssocID="{A0402D6F-6215-4CE1-ABAF-4072B33E4A1B}" presName="spaceRect" presStyleCnt="0"/>
      <dgm:spPr/>
    </dgm:pt>
    <dgm:pt modelId="{9D11CA7B-CD11-4FDB-A13C-2F28A5D1F9C5}" type="pres">
      <dgm:prSet presAssocID="{A0402D6F-6215-4CE1-ABAF-4072B33E4A1B}" presName="textRect" presStyleLbl="revTx" presStyleIdx="0" presStyleCnt="2">
        <dgm:presLayoutVars>
          <dgm:chMax val="1"/>
          <dgm:chPref val="1"/>
        </dgm:presLayoutVars>
      </dgm:prSet>
      <dgm:spPr/>
    </dgm:pt>
    <dgm:pt modelId="{E7EC63E0-3FF8-4027-B01B-EE337C6C0F73}" type="pres">
      <dgm:prSet presAssocID="{883DBCA8-360B-41F7-B479-422FAD593B1E}" presName="sibTrans" presStyleCnt="0"/>
      <dgm:spPr/>
    </dgm:pt>
    <dgm:pt modelId="{BE571A9B-CA3B-42EB-8C7A-EA1E9910AC8C}" type="pres">
      <dgm:prSet presAssocID="{785A2074-CEA7-4485-A466-627515EAD562}" presName="compNode" presStyleCnt="0"/>
      <dgm:spPr/>
    </dgm:pt>
    <dgm:pt modelId="{23C2444C-792F-4F40-B852-98F58194FB27}" type="pres">
      <dgm:prSet presAssocID="{785A2074-CEA7-4485-A466-627515EAD562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18F45A17-24C5-4935-A721-8F2E72DA63F0}" type="pres">
      <dgm:prSet presAssocID="{785A2074-CEA7-4485-A466-627515EAD56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0965181D-AD1B-4A98-8600-8705CD9B26F3}" type="pres">
      <dgm:prSet presAssocID="{785A2074-CEA7-4485-A466-627515EAD562}" presName="spaceRect" presStyleCnt="0"/>
      <dgm:spPr/>
    </dgm:pt>
    <dgm:pt modelId="{CAAF9929-1D77-4E93-A65D-C812A6E9A665}" type="pres">
      <dgm:prSet presAssocID="{785A2074-CEA7-4485-A466-627515EAD56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37F795B-81A8-4A28-95C4-AD8150E96842}" type="presOf" srcId="{785A2074-CEA7-4485-A466-627515EAD562}" destId="{CAAF9929-1D77-4E93-A65D-C812A6E9A665}" srcOrd="0" destOrd="0" presId="urn:microsoft.com/office/officeart/2018/5/layout/IconLeafLabelList"/>
    <dgm:cxn modelId="{4A0AFC8E-0D0A-424F-8991-333068DBEB27}" type="presOf" srcId="{1A694BBA-A291-43DE-B135-1193DB3A5450}" destId="{DFEAF5D4-EE4D-4A2A-B4F0-6924AB1C404D}" srcOrd="0" destOrd="0" presId="urn:microsoft.com/office/officeart/2018/5/layout/IconLeafLabelList"/>
    <dgm:cxn modelId="{FF9D878F-3C02-423C-873A-7C9D6A9629DC}" srcId="{1A694BBA-A291-43DE-B135-1193DB3A5450}" destId="{A0402D6F-6215-4CE1-ABAF-4072B33E4A1B}" srcOrd="0" destOrd="0" parTransId="{2606A987-E1FC-4175-9AED-111E2D817C48}" sibTransId="{883DBCA8-360B-41F7-B479-422FAD593B1E}"/>
    <dgm:cxn modelId="{7991989E-1250-405E-B58E-A0AE0AE81001}" type="presOf" srcId="{A0402D6F-6215-4CE1-ABAF-4072B33E4A1B}" destId="{9D11CA7B-CD11-4FDB-A13C-2F28A5D1F9C5}" srcOrd="0" destOrd="0" presId="urn:microsoft.com/office/officeart/2018/5/layout/IconLeafLabelList"/>
    <dgm:cxn modelId="{980FA7B3-5156-4897-BF15-2B56316D606E}" srcId="{1A694BBA-A291-43DE-B135-1193DB3A5450}" destId="{785A2074-CEA7-4485-A466-627515EAD562}" srcOrd="1" destOrd="0" parTransId="{D7FB3B9F-ABAA-4BD5-A717-38A497944A5F}" sibTransId="{E7E9CA60-EFBE-4C31-A60C-B3AA9156ED4A}"/>
    <dgm:cxn modelId="{AA4BEEBE-82FC-4BB3-AC98-3E3B45921922}" type="presParOf" srcId="{DFEAF5D4-EE4D-4A2A-B4F0-6924AB1C404D}" destId="{E3AD99A0-2029-46D6-B5DC-C7BC1D45A09F}" srcOrd="0" destOrd="0" presId="urn:microsoft.com/office/officeart/2018/5/layout/IconLeafLabelList"/>
    <dgm:cxn modelId="{7594E6F0-047A-4B4A-A0BD-6C9841684FD0}" type="presParOf" srcId="{E3AD99A0-2029-46D6-B5DC-C7BC1D45A09F}" destId="{CB39F3C1-0D9C-445E-BA6C-47FD2048093D}" srcOrd="0" destOrd="0" presId="urn:microsoft.com/office/officeart/2018/5/layout/IconLeafLabelList"/>
    <dgm:cxn modelId="{0998141B-D5EE-47D4-9D44-760CB03BC70A}" type="presParOf" srcId="{E3AD99A0-2029-46D6-B5DC-C7BC1D45A09F}" destId="{6E9A13E4-5CBD-427E-A2CA-E4F4BD2D1F7A}" srcOrd="1" destOrd="0" presId="urn:microsoft.com/office/officeart/2018/5/layout/IconLeafLabelList"/>
    <dgm:cxn modelId="{66D47436-B5D7-495C-8674-A8A11E3BFE10}" type="presParOf" srcId="{E3AD99A0-2029-46D6-B5DC-C7BC1D45A09F}" destId="{9887493C-7290-4C76-A5B9-6FC999DA9E27}" srcOrd="2" destOrd="0" presId="urn:microsoft.com/office/officeart/2018/5/layout/IconLeafLabelList"/>
    <dgm:cxn modelId="{921521BC-103C-4575-A6BF-C465EA6B61E1}" type="presParOf" srcId="{E3AD99A0-2029-46D6-B5DC-C7BC1D45A09F}" destId="{9D11CA7B-CD11-4FDB-A13C-2F28A5D1F9C5}" srcOrd="3" destOrd="0" presId="urn:microsoft.com/office/officeart/2018/5/layout/IconLeafLabelList"/>
    <dgm:cxn modelId="{E3C746A6-E2F7-47E6-9DBA-EDEF37550575}" type="presParOf" srcId="{DFEAF5D4-EE4D-4A2A-B4F0-6924AB1C404D}" destId="{E7EC63E0-3FF8-4027-B01B-EE337C6C0F73}" srcOrd="1" destOrd="0" presId="urn:microsoft.com/office/officeart/2018/5/layout/IconLeafLabelList"/>
    <dgm:cxn modelId="{261EBA23-90C5-4DB2-8468-442F602C0AAD}" type="presParOf" srcId="{DFEAF5D4-EE4D-4A2A-B4F0-6924AB1C404D}" destId="{BE571A9B-CA3B-42EB-8C7A-EA1E9910AC8C}" srcOrd="2" destOrd="0" presId="urn:microsoft.com/office/officeart/2018/5/layout/IconLeafLabelList"/>
    <dgm:cxn modelId="{C241AACF-3A20-4DB1-9124-067F07B173D9}" type="presParOf" srcId="{BE571A9B-CA3B-42EB-8C7A-EA1E9910AC8C}" destId="{23C2444C-792F-4F40-B852-98F58194FB27}" srcOrd="0" destOrd="0" presId="urn:microsoft.com/office/officeart/2018/5/layout/IconLeafLabelList"/>
    <dgm:cxn modelId="{687DDA55-3867-47F1-B476-9CCF8D0CF1A2}" type="presParOf" srcId="{BE571A9B-CA3B-42EB-8C7A-EA1E9910AC8C}" destId="{18F45A17-24C5-4935-A721-8F2E72DA63F0}" srcOrd="1" destOrd="0" presId="urn:microsoft.com/office/officeart/2018/5/layout/IconLeafLabelList"/>
    <dgm:cxn modelId="{F3138B8B-AC46-4421-8181-5E7077D7B1AE}" type="presParOf" srcId="{BE571A9B-CA3B-42EB-8C7A-EA1E9910AC8C}" destId="{0965181D-AD1B-4A98-8600-8705CD9B26F3}" srcOrd="2" destOrd="0" presId="urn:microsoft.com/office/officeart/2018/5/layout/IconLeafLabelList"/>
    <dgm:cxn modelId="{E6AA231A-22FE-4CDF-91A8-D13C08FDFA67}" type="presParOf" srcId="{BE571A9B-CA3B-42EB-8C7A-EA1E9910AC8C}" destId="{CAAF9929-1D77-4E93-A65D-C812A6E9A66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FF91DC7-69CC-4870-AC7C-559B3CA7EA0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A37A338-707A-442C-B69D-D2B18CE5557D}">
      <dgm:prSet/>
      <dgm:spPr/>
      <dgm:t>
        <a:bodyPr/>
        <a:lstStyle/>
        <a:p>
          <a:r>
            <a:rPr lang="en-US"/>
            <a:t>Presentations</a:t>
          </a:r>
        </a:p>
      </dgm:t>
    </dgm:pt>
    <dgm:pt modelId="{900F99FE-F289-478E-B95C-951A0E664E67}" type="parTrans" cxnId="{A255B7AC-AF01-41E3-88E2-1094A33B6685}">
      <dgm:prSet/>
      <dgm:spPr/>
      <dgm:t>
        <a:bodyPr/>
        <a:lstStyle/>
        <a:p>
          <a:endParaRPr lang="en-US"/>
        </a:p>
      </dgm:t>
    </dgm:pt>
    <dgm:pt modelId="{B7210A17-8741-4A2E-87B9-7A5A5FA48341}" type="sibTrans" cxnId="{A255B7AC-AF01-41E3-88E2-1094A33B6685}">
      <dgm:prSet/>
      <dgm:spPr/>
      <dgm:t>
        <a:bodyPr/>
        <a:lstStyle/>
        <a:p>
          <a:endParaRPr lang="en-US"/>
        </a:p>
      </dgm:t>
    </dgm:pt>
    <dgm:pt modelId="{F3A71A1E-2C76-4116-A9F8-06D53D99FDDA}">
      <dgm:prSet/>
      <dgm:spPr/>
      <dgm:t>
        <a:bodyPr/>
        <a:lstStyle/>
        <a:p>
          <a:r>
            <a:rPr lang="en-US" dirty="0"/>
            <a:t>Students past quals may sign up for </a:t>
          </a:r>
          <a:r>
            <a:rPr lang="en-US" b="1" dirty="0"/>
            <a:t>two presentations.</a:t>
          </a:r>
          <a:endParaRPr lang="en-US" dirty="0"/>
        </a:p>
      </dgm:t>
    </dgm:pt>
    <dgm:pt modelId="{807B3291-6282-438C-85AF-D1A438868B2D}" type="parTrans" cxnId="{C657E178-C743-4029-99E6-FE911C323968}">
      <dgm:prSet/>
      <dgm:spPr/>
      <dgm:t>
        <a:bodyPr/>
        <a:lstStyle/>
        <a:p>
          <a:endParaRPr lang="en-US"/>
        </a:p>
      </dgm:t>
    </dgm:pt>
    <dgm:pt modelId="{86B88D16-2569-4371-98CA-30E1A54106DB}" type="sibTrans" cxnId="{C657E178-C743-4029-99E6-FE911C323968}">
      <dgm:prSet/>
      <dgm:spPr/>
      <dgm:t>
        <a:bodyPr/>
        <a:lstStyle/>
        <a:p>
          <a:endParaRPr lang="en-US"/>
        </a:p>
      </dgm:t>
    </dgm:pt>
    <dgm:pt modelId="{12480263-FE7E-4238-9A6F-1E4B91B904F2}">
      <dgm:prSet/>
      <dgm:spPr/>
      <dgm:t>
        <a:bodyPr/>
        <a:lstStyle/>
        <a:p>
          <a:r>
            <a:rPr lang="en-US"/>
            <a:t>Early PhD students with courses and/or TA assignments sign up for </a:t>
          </a:r>
          <a:r>
            <a:rPr lang="en-US" b="1"/>
            <a:t>one presentation</a:t>
          </a:r>
          <a:endParaRPr lang="en-US"/>
        </a:p>
      </dgm:t>
    </dgm:pt>
    <dgm:pt modelId="{6CDA88AE-8EC5-45CC-872A-D5284D40AC4E}" type="parTrans" cxnId="{9F3DCFB8-234E-4E08-8D23-8976F290B61B}">
      <dgm:prSet/>
      <dgm:spPr/>
      <dgm:t>
        <a:bodyPr/>
        <a:lstStyle/>
        <a:p>
          <a:endParaRPr lang="en-US"/>
        </a:p>
      </dgm:t>
    </dgm:pt>
    <dgm:pt modelId="{253CAA82-0140-470E-904D-CCE344E40A87}" type="sibTrans" cxnId="{9F3DCFB8-234E-4E08-8D23-8976F290B61B}">
      <dgm:prSet/>
      <dgm:spPr/>
      <dgm:t>
        <a:bodyPr/>
        <a:lstStyle/>
        <a:p>
          <a:endParaRPr lang="en-US"/>
        </a:p>
      </dgm:t>
    </dgm:pt>
    <dgm:pt modelId="{24222F34-4A09-4CE1-97EC-4A3A1E8A09FD}">
      <dgm:prSet/>
      <dgm:spPr/>
      <dgm:t>
        <a:bodyPr/>
        <a:lstStyle/>
        <a:p>
          <a:r>
            <a:rPr lang="en-US"/>
            <a:t>Critiques</a:t>
          </a:r>
        </a:p>
      </dgm:t>
    </dgm:pt>
    <dgm:pt modelId="{F05076C6-226D-464C-895C-997626224ACC}" type="parTrans" cxnId="{37C9BCC1-0F27-4688-9004-A26A22A1EF16}">
      <dgm:prSet/>
      <dgm:spPr/>
      <dgm:t>
        <a:bodyPr/>
        <a:lstStyle/>
        <a:p>
          <a:endParaRPr lang="en-US"/>
        </a:p>
      </dgm:t>
    </dgm:pt>
    <dgm:pt modelId="{700E659A-5407-4710-B100-FE22D352F711}" type="sibTrans" cxnId="{37C9BCC1-0F27-4688-9004-A26A22A1EF16}">
      <dgm:prSet/>
      <dgm:spPr/>
      <dgm:t>
        <a:bodyPr/>
        <a:lstStyle/>
        <a:p>
          <a:endParaRPr lang="en-US"/>
        </a:p>
      </dgm:t>
    </dgm:pt>
    <dgm:pt modelId="{D1FB9367-D886-4D28-B1A8-2B4AF2921AD4}">
      <dgm:prSet/>
      <dgm:spPr/>
      <dgm:t>
        <a:bodyPr/>
        <a:lstStyle/>
        <a:p>
          <a:r>
            <a:rPr lang="en-US"/>
            <a:t>Everyone signs up for at least </a:t>
          </a:r>
          <a:r>
            <a:rPr lang="en-US" b="1"/>
            <a:t>one critique role</a:t>
          </a:r>
          <a:endParaRPr lang="en-US"/>
        </a:p>
      </dgm:t>
    </dgm:pt>
    <dgm:pt modelId="{DC656A34-AA60-41C5-AAEA-F6BFBF61131F}" type="parTrans" cxnId="{510F8405-A1F9-428C-9CDA-9B3BEAF11A5C}">
      <dgm:prSet/>
      <dgm:spPr/>
      <dgm:t>
        <a:bodyPr/>
        <a:lstStyle/>
        <a:p>
          <a:endParaRPr lang="en-US"/>
        </a:p>
      </dgm:t>
    </dgm:pt>
    <dgm:pt modelId="{F1639439-7C45-4208-A4DA-46D15F29C42D}" type="sibTrans" cxnId="{510F8405-A1F9-428C-9CDA-9B3BEAF11A5C}">
      <dgm:prSet/>
      <dgm:spPr/>
      <dgm:t>
        <a:bodyPr/>
        <a:lstStyle/>
        <a:p>
          <a:endParaRPr lang="en-US"/>
        </a:p>
      </dgm:t>
    </dgm:pt>
    <dgm:pt modelId="{A2F10C7B-9525-4B77-8C19-C9596B08319A}">
      <dgm:prSet/>
      <dgm:spPr/>
      <dgm:t>
        <a:bodyPr/>
        <a:lstStyle/>
        <a:p>
          <a:r>
            <a:rPr lang="en-US"/>
            <a:t>Students past quals sign up for more </a:t>
          </a:r>
          <a:r>
            <a:rPr lang="en-US" b="1"/>
            <a:t>as needed</a:t>
          </a:r>
          <a:endParaRPr lang="en-US"/>
        </a:p>
      </dgm:t>
    </dgm:pt>
    <dgm:pt modelId="{D12AF8FE-FFD7-4A4E-AB94-9F9D48894F65}" type="parTrans" cxnId="{9D6CF796-530A-4001-9DA4-53C5C5CD27D3}">
      <dgm:prSet/>
      <dgm:spPr/>
      <dgm:t>
        <a:bodyPr/>
        <a:lstStyle/>
        <a:p>
          <a:endParaRPr lang="en-US"/>
        </a:p>
      </dgm:t>
    </dgm:pt>
    <dgm:pt modelId="{CD8DD699-A5AB-46A6-9E86-CD4B9D498B68}" type="sibTrans" cxnId="{9D6CF796-530A-4001-9DA4-53C5C5CD27D3}">
      <dgm:prSet/>
      <dgm:spPr/>
      <dgm:t>
        <a:bodyPr/>
        <a:lstStyle/>
        <a:p>
          <a:endParaRPr lang="en-US"/>
        </a:p>
      </dgm:t>
    </dgm:pt>
    <dgm:pt modelId="{9CCEE202-BF47-4FB2-937C-61F4C2224E66}">
      <dgm:prSet/>
      <dgm:spPr/>
      <dgm:t>
        <a:bodyPr/>
        <a:lstStyle/>
        <a:p>
          <a:r>
            <a:rPr lang="en-US" b="1"/>
            <a:t>Presenters pick the paper </a:t>
          </a:r>
          <a:r>
            <a:rPr lang="en-US"/>
            <a:t>and share one week in advance!</a:t>
          </a:r>
        </a:p>
      </dgm:t>
    </dgm:pt>
    <dgm:pt modelId="{0510C4DB-D1E1-4D42-BB6E-93CD98FD8419}" type="parTrans" cxnId="{3E544232-9559-4FF6-99D6-22DD88F5D56B}">
      <dgm:prSet/>
      <dgm:spPr/>
      <dgm:t>
        <a:bodyPr/>
        <a:lstStyle/>
        <a:p>
          <a:endParaRPr lang="en-US"/>
        </a:p>
      </dgm:t>
    </dgm:pt>
    <dgm:pt modelId="{2AD4A734-9C37-413C-BB3E-92FD38B65876}" type="sibTrans" cxnId="{3E544232-9559-4FF6-99D6-22DD88F5D56B}">
      <dgm:prSet/>
      <dgm:spPr/>
      <dgm:t>
        <a:bodyPr/>
        <a:lstStyle/>
        <a:p>
          <a:endParaRPr lang="en-US"/>
        </a:p>
      </dgm:t>
    </dgm:pt>
    <dgm:pt modelId="{C5474AE1-C354-4FFA-BAF5-CF5129288489}" type="pres">
      <dgm:prSet presAssocID="{6FF91DC7-69CC-4870-AC7C-559B3CA7EA03}" presName="root" presStyleCnt="0">
        <dgm:presLayoutVars>
          <dgm:dir/>
          <dgm:resizeHandles val="exact"/>
        </dgm:presLayoutVars>
      </dgm:prSet>
      <dgm:spPr/>
    </dgm:pt>
    <dgm:pt modelId="{5C36C6F1-811E-4B8E-998C-62AF4F928092}" type="pres">
      <dgm:prSet presAssocID="{9A37A338-707A-442C-B69D-D2B18CE5557D}" presName="compNode" presStyleCnt="0"/>
      <dgm:spPr/>
    </dgm:pt>
    <dgm:pt modelId="{E34C3C7A-E66F-4538-90CF-82856D8CA68C}" type="pres">
      <dgm:prSet presAssocID="{9A37A338-707A-442C-B69D-D2B18CE5557D}" presName="bgRect" presStyleLbl="bgShp" presStyleIdx="0" presStyleCnt="3"/>
      <dgm:spPr/>
    </dgm:pt>
    <dgm:pt modelId="{8333DCB0-5EA1-45A8-BF4D-B2D7042557D5}" type="pres">
      <dgm:prSet presAssocID="{9A37A338-707A-442C-B69D-D2B18CE5557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DEC55440-1673-4E20-9000-77A7699684D9}" type="pres">
      <dgm:prSet presAssocID="{9A37A338-707A-442C-B69D-D2B18CE5557D}" presName="spaceRect" presStyleCnt="0"/>
      <dgm:spPr/>
    </dgm:pt>
    <dgm:pt modelId="{DDEB4D19-229E-4373-BD12-78D028FE57B6}" type="pres">
      <dgm:prSet presAssocID="{9A37A338-707A-442C-B69D-D2B18CE5557D}" presName="parTx" presStyleLbl="revTx" presStyleIdx="0" presStyleCnt="5">
        <dgm:presLayoutVars>
          <dgm:chMax val="0"/>
          <dgm:chPref val="0"/>
        </dgm:presLayoutVars>
      </dgm:prSet>
      <dgm:spPr/>
    </dgm:pt>
    <dgm:pt modelId="{996D12C7-C762-4AFA-A6C7-12BE52914BB4}" type="pres">
      <dgm:prSet presAssocID="{9A37A338-707A-442C-B69D-D2B18CE5557D}" presName="desTx" presStyleLbl="revTx" presStyleIdx="1" presStyleCnt="5">
        <dgm:presLayoutVars/>
      </dgm:prSet>
      <dgm:spPr/>
    </dgm:pt>
    <dgm:pt modelId="{C2148362-7066-4F6D-A154-FBEC9FC8E8C8}" type="pres">
      <dgm:prSet presAssocID="{B7210A17-8741-4A2E-87B9-7A5A5FA48341}" presName="sibTrans" presStyleCnt="0"/>
      <dgm:spPr/>
    </dgm:pt>
    <dgm:pt modelId="{A80AC6DF-F526-452B-8A53-A8D58CEE6023}" type="pres">
      <dgm:prSet presAssocID="{24222F34-4A09-4CE1-97EC-4A3A1E8A09FD}" presName="compNode" presStyleCnt="0"/>
      <dgm:spPr/>
    </dgm:pt>
    <dgm:pt modelId="{C38BF340-13C0-4212-A5D9-37A6CC647764}" type="pres">
      <dgm:prSet presAssocID="{24222F34-4A09-4CE1-97EC-4A3A1E8A09FD}" presName="bgRect" presStyleLbl="bgShp" presStyleIdx="1" presStyleCnt="3"/>
      <dgm:spPr/>
    </dgm:pt>
    <dgm:pt modelId="{4836F9FD-2E45-4A96-BF3B-1C135F90F0C7}" type="pres">
      <dgm:prSet presAssocID="{24222F34-4A09-4CE1-97EC-4A3A1E8A09F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ought with solid fill"/>
        </a:ext>
      </dgm:extLst>
    </dgm:pt>
    <dgm:pt modelId="{58AFBFEB-135C-46AB-A57A-33B5397520F8}" type="pres">
      <dgm:prSet presAssocID="{24222F34-4A09-4CE1-97EC-4A3A1E8A09FD}" presName="spaceRect" presStyleCnt="0"/>
      <dgm:spPr/>
    </dgm:pt>
    <dgm:pt modelId="{DD3E5915-DC07-4D1D-86AE-A2D320559EC1}" type="pres">
      <dgm:prSet presAssocID="{24222F34-4A09-4CE1-97EC-4A3A1E8A09FD}" presName="parTx" presStyleLbl="revTx" presStyleIdx="2" presStyleCnt="5">
        <dgm:presLayoutVars>
          <dgm:chMax val="0"/>
          <dgm:chPref val="0"/>
        </dgm:presLayoutVars>
      </dgm:prSet>
      <dgm:spPr/>
    </dgm:pt>
    <dgm:pt modelId="{58C75714-B70F-456B-BF71-B47337C3006C}" type="pres">
      <dgm:prSet presAssocID="{24222F34-4A09-4CE1-97EC-4A3A1E8A09FD}" presName="desTx" presStyleLbl="revTx" presStyleIdx="3" presStyleCnt="5">
        <dgm:presLayoutVars/>
      </dgm:prSet>
      <dgm:spPr/>
    </dgm:pt>
    <dgm:pt modelId="{F9E7BA51-92DA-41C9-8862-CE7F8CF7B650}" type="pres">
      <dgm:prSet presAssocID="{700E659A-5407-4710-B100-FE22D352F711}" presName="sibTrans" presStyleCnt="0"/>
      <dgm:spPr/>
    </dgm:pt>
    <dgm:pt modelId="{FB9ACA61-FD04-412B-A560-348F9D1AB324}" type="pres">
      <dgm:prSet presAssocID="{9CCEE202-BF47-4FB2-937C-61F4C2224E66}" presName="compNode" presStyleCnt="0"/>
      <dgm:spPr/>
    </dgm:pt>
    <dgm:pt modelId="{815FB8A2-A057-4C7E-841D-FC2BA5D22827}" type="pres">
      <dgm:prSet presAssocID="{9CCEE202-BF47-4FB2-937C-61F4C2224E66}" presName="bgRect" presStyleLbl="bgShp" presStyleIdx="2" presStyleCnt="3"/>
      <dgm:spPr/>
    </dgm:pt>
    <dgm:pt modelId="{E7FF4B9F-8A2C-472E-BDF0-10DAEDCCAA60}" type="pres">
      <dgm:prSet presAssocID="{9CCEE202-BF47-4FB2-937C-61F4C2224E6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 with solid fill"/>
        </a:ext>
      </dgm:extLst>
    </dgm:pt>
    <dgm:pt modelId="{085BD956-CCAA-4509-A818-7B126086F1F8}" type="pres">
      <dgm:prSet presAssocID="{9CCEE202-BF47-4FB2-937C-61F4C2224E66}" presName="spaceRect" presStyleCnt="0"/>
      <dgm:spPr/>
    </dgm:pt>
    <dgm:pt modelId="{BB04C74D-001A-49A1-9CFF-F7064AB498F1}" type="pres">
      <dgm:prSet presAssocID="{9CCEE202-BF47-4FB2-937C-61F4C2224E6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10F8405-A1F9-428C-9CDA-9B3BEAF11A5C}" srcId="{24222F34-4A09-4CE1-97EC-4A3A1E8A09FD}" destId="{D1FB9367-D886-4D28-B1A8-2B4AF2921AD4}" srcOrd="0" destOrd="0" parTransId="{DC656A34-AA60-41C5-AAEA-F6BFBF61131F}" sibTransId="{F1639439-7C45-4208-A4DA-46D15F29C42D}"/>
    <dgm:cxn modelId="{15BD230D-7D80-45BA-80E1-8B36B111D01B}" type="presOf" srcId="{12480263-FE7E-4238-9A6F-1E4B91B904F2}" destId="{996D12C7-C762-4AFA-A6C7-12BE52914BB4}" srcOrd="0" destOrd="1" presId="urn:microsoft.com/office/officeart/2018/2/layout/IconVerticalSolidList"/>
    <dgm:cxn modelId="{73D67B2A-AAA0-4658-8712-28D83206EF6B}" type="presOf" srcId="{9A37A338-707A-442C-B69D-D2B18CE5557D}" destId="{DDEB4D19-229E-4373-BD12-78D028FE57B6}" srcOrd="0" destOrd="0" presId="urn:microsoft.com/office/officeart/2018/2/layout/IconVerticalSolidList"/>
    <dgm:cxn modelId="{3ED94A2F-37DD-4FF1-B441-388A2AF182DD}" type="presOf" srcId="{9CCEE202-BF47-4FB2-937C-61F4C2224E66}" destId="{BB04C74D-001A-49A1-9CFF-F7064AB498F1}" srcOrd="0" destOrd="0" presId="urn:microsoft.com/office/officeart/2018/2/layout/IconVerticalSolidList"/>
    <dgm:cxn modelId="{3E544232-9559-4FF6-99D6-22DD88F5D56B}" srcId="{6FF91DC7-69CC-4870-AC7C-559B3CA7EA03}" destId="{9CCEE202-BF47-4FB2-937C-61F4C2224E66}" srcOrd="2" destOrd="0" parTransId="{0510C4DB-D1E1-4D42-BB6E-93CD98FD8419}" sibTransId="{2AD4A734-9C37-413C-BB3E-92FD38B65876}"/>
    <dgm:cxn modelId="{0357A944-5C9E-4100-89BD-EFD392E8F180}" type="presOf" srcId="{F3A71A1E-2C76-4116-A9F8-06D53D99FDDA}" destId="{996D12C7-C762-4AFA-A6C7-12BE52914BB4}" srcOrd="0" destOrd="0" presId="urn:microsoft.com/office/officeart/2018/2/layout/IconVerticalSolidList"/>
    <dgm:cxn modelId="{C657E178-C743-4029-99E6-FE911C323968}" srcId="{9A37A338-707A-442C-B69D-D2B18CE5557D}" destId="{F3A71A1E-2C76-4116-A9F8-06D53D99FDDA}" srcOrd="0" destOrd="0" parTransId="{807B3291-6282-438C-85AF-D1A438868B2D}" sibTransId="{86B88D16-2569-4371-98CA-30E1A54106DB}"/>
    <dgm:cxn modelId="{D3B48C8D-49EE-4401-80C0-7388309CAACA}" type="presOf" srcId="{6FF91DC7-69CC-4870-AC7C-559B3CA7EA03}" destId="{C5474AE1-C354-4FFA-BAF5-CF5129288489}" srcOrd="0" destOrd="0" presId="urn:microsoft.com/office/officeart/2018/2/layout/IconVerticalSolidList"/>
    <dgm:cxn modelId="{9D6CF796-530A-4001-9DA4-53C5C5CD27D3}" srcId="{24222F34-4A09-4CE1-97EC-4A3A1E8A09FD}" destId="{A2F10C7B-9525-4B77-8C19-C9596B08319A}" srcOrd="1" destOrd="0" parTransId="{D12AF8FE-FFD7-4A4E-AB94-9F9D48894F65}" sibTransId="{CD8DD699-A5AB-46A6-9E86-CD4B9D498B68}"/>
    <dgm:cxn modelId="{A255B7AC-AF01-41E3-88E2-1094A33B6685}" srcId="{6FF91DC7-69CC-4870-AC7C-559B3CA7EA03}" destId="{9A37A338-707A-442C-B69D-D2B18CE5557D}" srcOrd="0" destOrd="0" parTransId="{900F99FE-F289-478E-B95C-951A0E664E67}" sibTransId="{B7210A17-8741-4A2E-87B9-7A5A5FA48341}"/>
    <dgm:cxn modelId="{B99E35B0-5643-4CA5-A55B-EFF8AC8DC2BC}" type="presOf" srcId="{D1FB9367-D886-4D28-B1A8-2B4AF2921AD4}" destId="{58C75714-B70F-456B-BF71-B47337C3006C}" srcOrd="0" destOrd="0" presId="urn:microsoft.com/office/officeart/2018/2/layout/IconVerticalSolidList"/>
    <dgm:cxn modelId="{9F3DCFB8-234E-4E08-8D23-8976F290B61B}" srcId="{9A37A338-707A-442C-B69D-D2B18CE5557D}" destId="{12480263-FE7E-4238-9A6F-1E4B91B904F2}" srcOrd="1" destOrd="0" parTransId="{6CDA88AE-8EC5-45CC-872A-D5284D40AC4E}" sibTransId="{253CAA82-0140-470E-904D-CCE344E40A87}"/>
    <dgm:cxn modelId="{37C9BCC1-0F27-4688-9004-A26A22A1EF16}" srcId="{6FF91DC7-69CC-4870-AC7C-559B3CA7EA03}" destId="{24222F34-4A09-4CE1-97EC-4A3A1E8A09FD}" srcOrd="1" destOrd="0" parTransId="{F05076C6-226D-464C-895C-997626224ACC}" sibTransId="{700E659A-5407-4710-B100-FE22D352F711}"/>
    <dgm:cxn modelId="{5A361AD3-62B1-41AE-9DBB-BDD6993CE7BD}" type="presOf" srcId="{A2F10C7B-9525-4B77-8C19-C9596B08319A}" destId="{58C75714-B70F-456B-BF71-B47337C3006C}" srcOrd="0" destOrd="1" presId="urn:microsoft.com/office/officeart/2018/2/layout/IconVerticalSolidList"/>
    <dgm:cxn modelId="{C0B00FED-4CC3-4924-BC6B-BC3C80D51A7E}" type="presOf" srcId="{24222F34-4A09-4CE1-97EC-4A3A1E8A09FD}" destId="{DD3E5915-DC07-4D1D-86AE-A2D320559EC1}" srcOrd="0" destOrd="0" presId="urn:microsoft.com/office/officeart/2018/2/layout/IconVerticalSolidList"/>
    <dgm:cxn modelId="{446F3435-A934-4DA2-8995-6133DBB26E95}" type="presParOf" srcId="{C5474AE1-C354-4FFA-BAF5-CF5129288489}" destId="{5C36C6F1-811E-4B8E-998C-62AF4F928092}" srcOrd="0" destOrd="0" presId="urn:microsoft.com/office/officeart/2018/2/layout/IconVerticalSolidList"/>
    <dgm:cxn modelId="{01326746-BAE9-4B4E-AE38-E5F2B3A85FDB}" type="presParOf" srcId="{5C36C6F1-811E-4B8E-998C-62AF4F928092}" destId="{E34C3C7A-E66F-4538-90CF-82856D8CA68C}" srcOrd="0" destOrd="0" presId="urn:microsoft.com/office/officeart/2018/2/layout/IconVerticalSolidList"/>
    <dgm:cxn modelId="{4A8262E2-A73E-4810-8C11-F6C059A4853E}" type="presParOf" srcId="{5C36C6F1-811E-4B8E-998C-62AF4F928092}" destId="{8333DCB0-5EA1-45A8-BF4D-B2D7042557D5}" srcOrd="1" destOrd="0" presId="urn:microsoft.com/office/officeart/2018/2/layout/IconVerticalSolidList"/>
    <dgm:cxn modelId="{72E6D89E-CB69-46B7-876F-5F235B7CB256}" type="presParOf" srcId="{5C36C6F1-811E-4B8E-998C-62AF4F928092}" destId="{DEC55440-1673-4E20-9000-77A7699684D9}" srcOrd="2" destOrd="0" presId="urn:microsoft.com/office/officeart/2018/2/layout/IconVerticalSolidList"/>
    <dgm:cxn modelId="{63B05B41-EDBB-4CAF-B821-C20A7F1A1A25}" type="presParOf" srcId="{5C36C6F1-811E-4B8E-998C-62AF4F928092}" destId="{DDEB4D19-229E-4373-BD12-78D028FE57B6}" srcOrd="3" destOrd="0" presId="urn:microsoft.com/office/officeart/2018/2/layout/IconVerticalSolidList"/>
    <dgm:cxn modelId="{F8013E61-66DE-4893-8B1D-501258047384}" type="presParOf" srcId="{5C36C6F1-811E-4B8E-998C-62AF4F928092}" destId="{996D12C7-C762-4AFA-A6C7-12BE52914BB4}" srcOrd="4" destOrd="0" presId="urn:microsoft.com/office/officeart/2018/2/layout/IconVerticalSolidList"/>
    <dgm:cxn modelId="{05B93D0D-EC04-4FD0-8222-4077A6D26392}" type="presParOf" srcId="{C5474AE1-C354-4FFA-BAF5-CF5129288489}" destId="{C2148362-7066-4F6D-A154-FBEC9FC8E8C8}" srcOrd="1" destOrd="0" presId="urn:microsoft.com/office/officeart/2018/2/layout/IconVerticalSolidList"/>
    <dgm:cxn modelId="{10554063-8BAE-4DFB-87F2-6681280307E7}" type="presParOf" srcId="{C5474AE1-C354-4FFA-BAF5-CF5129288489}" destId="{A80AC6DF-F526-452B-8A53-A8D58CEE6023}" srcOrd="2" destOrd="0" presId="urn:microsoft.com/office/officeart/2018/2/layout/IconVerticalSolidList"/>
    <dgm:cxn modelId="{719B949D-99C1-4710-B0DA-6C023580B5BE}" type="presParOf" srcId="{A80AC6DF-F526-452B-8A53-A8D58CEE6023}" destId="{C38BF340-13C0-4212-A5D9-37A6CC647764}" srcOrd="0" destOrd="0" presId="urn:microsoft.com/office/officeart/2018/2/layout/IconVerticalSolidList"/>
    <dgm:cxn modelId="{87B7C80D-939B-4970-94E3-297BB0BFCEE6}" type="presParOf" srcId="{A80AC6DF-F526-452B-8A53-A8D58CEE6023}" destId="{4836F9FD-2E45-4A96-BF3B-1C135F90F0C7}" srcOrd="1" destOrd="0" presId="urn:microsoft.com/office/officeart/2018/2/layout/IconVerticalSolidList"/>
    <dgm:cxn modelId="{673108AB-B62A-429E-8DF7-EED3A5B9BF9C}" type="presParOf" srcId="{A80AC6DF-F526-452B-8A53-A8D58CEE6023}" destId="{58AFBFEB-135C-46AB-A57A-33B5397520F8}" srcOrd="2" destOrd="0" presId="urn:microsoft.com/office/officeart/2018/2/layout/IconVerticalSolidList"/>
    <dgm:cxn modelId="{DD72E793-1E16-4540-A64A-592ED980E695}" type="presParOf" srcId="{A80AC6DF-F526-452B-8A53-A8D58CEE6023}" destId="{DD3E5915-DC07-4D1D-86AE-A2D320559EC1}" srcOrd="3" destOrd="0" presId="urn:microsoft.com/office/officeart/2018/2/layout/IconVerticalSolidList"/>
    <dgm:cxn modelId="{FCA8AE57-39F8-4415-A18C-EF722C9638BE}" type="presParOf" srcId="{A80AC6DF-F526-452B-8A53-A8D58CEE6023}" destId="{58C75714-B70F-456B-BF71-B47337C3006C}" srcOrd="4" destOrd="0" presId="urn:microsoft.com/office/officeart/2018/2/layout/IconVerticalSolidList"/>
    <dgm:cxn modelId="{ECE5E545-5AF1-4F6B-BF7D-AE550A62BE09}" type="presParOf" srcId="{C5474AE1-C354-4FFA-BAF5-CF5129288489}" destId="{F9E7BA51-92DA-41C9-8862-CE7F8CF7B650}" srcOrd="3" destOrd="0" presId="urn:microsoft.com/office/officeart/2018/2/layout/IconVerticalSolidList"/>
    <dgm:cxn modelId="{67A47534-AB26-46A5-805E-79A947D1B364}" type="presParOf" srcId="{C5474AE1-C354-4FFA-BAF5-CF5129288489}" destId="{FB9ACA61-FD04-412B-A560-348F9D1AB324}" srcOrd="4" destOrd="0" presId="urn:microsoft.com/office/officeart/2018/2/layout/IconVerticalSolidList"/>
    <dgm:cxn modelId="{1169FBBD-9199-410D-AA16-024F255545BD}" type="presParOf" srcId="{FB9ACA61-FD04-412B-A560-348F9D1AB324}" destId="{815FB8A2-A057-4C7E-841D-FC2BA5D22827}" srcOrd="0" destOrd="0" presId="urn:microsoft.com/office/officeart/2018/2/layout/IconVerticalSolidList"/>
    <dgm:cxn modelId="{31723EE9-BCFD-4589-89AC-8DD10FEA1B4C}" type="presParOf" srcId="{FB9ACA61-FD04-412B-A560-348F9D1AB324}" destId="{E7FF4B9F-8A2C-472E-BDF0-10DAEDCCAA60}" srcOrd="1" destOrd="0" presId="urn:microsoft.com/office/officeart/2018/2/layout/IconVerticalSolidList"/>
    <dgm:cxn modelId="{CF04A76F-4FED-4265-BA56-C9F7C664E5A0}" type="presParOf" srcId="{FB9ACA61-FD04-412B-A560-348F9D1AB324}" destId="{085BD956-CCAA-4509-A818-7B126086F1F8}" srcOrd="2" destOrd="0" presId="urn:microsoft.com/office/officeart/2018/2/layout/IconVerticalSolidList"/>
    <dgm:cxn modelId="{8025DBD4-47D0-4F7A-A96D-70B397A8ADF3}" type="presParOf" srcId="{FB9ACA61-FD04-412B-A560-348F9D1AB324}" destId="{BB04C74D-001A-49A1-9CFF-F7064AB498F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95FD5F6-CA95-491F-B06C-E2DB9F2C9043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BF5C541-2687-49DE-8DA3-469C858D64E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presenter should cover:</a:t>
          </a:r>
        </a:p>
      </dgm:t>
    </dgm:pt>
    <dgm:pt modelId="{0F4558E4-EFE6-4C40-AE07-62B64B124045}" type="parTrans" cxnId="{38F10A65-A543-4821-93A6-5FEC01EC5247}">
      <dgm:prSet/>
      <dgm:spPr/>
      <dgm:t>
        <a:bodyPr/>
        <a:lstStyle/>
        <a:p>
          <a:endParaRPr lang="en-US"/>
        </a:p>
      </dgm:t>
    </dgm:pt>
    <dgm:pt modelId="{5003B069-3A08-4619-8A48-53DEE113C96B}" type="sibTrans" cxnId="{38F10A65-A543-4821-93A6-5FEC01EC5247}">
      <dgm:prSet/>
      <dgm:spPr/>
      <dgm:t>
        <a:bodyPr/>
        <a:lstStyle/>
        <a:p>
          <a:endParaRPr lang="en-US"/>
        </a:p>
      </dgm:t>
    </dgm:pt>
    <dgm:pt modelId="{CF1D5C7F-8F2D-4AD4-A063-A676D0D64B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High-level motivation and context</a:t>
          </a:r>
        </a:p>
      </dgm:t>
    </dgm:pt>
    <dgm:pt modelId="{821244F1-10B8-4E5A-A55F-964F0C6E02BF}" type="parTrans" cxnId="{8F2BD117-51D4-44DA-92FA-54B6EB0EBFD0}">
      <dgm:prSet/>
      <dgm:spPr/>
      <dgm:t>
        <a:bodyPr/>
        <a:lstStyle/>
        <a:p>
          <a:endParaRPr lang="en-US"/>
        </a:p>
      </dgm:t>
    </dgm:pt>
    <dgm:pt modelId="{063F2651-83BF-4D08-A137-0C63C7B670F8}" type="sibTrans" cxnId="{8F2BD117-51D4-44DA-92FA-54B6EB0EBFD0}">
      <dgm:prSet/>
      <dgm:spPr/>
      <dgm:t>
        <a:bodyPr/>
        <a:lstStyle/>
        <a:p>
          <a:endParaRPr lang="en-US"/>
        </a:p>
      </dgm:t>
    </dgm:pt>
    <dgm:pt modelId="{76AEDAF4-5242-41E2-BB02-5F1247B413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selection of relevant prior work (no need to cover all of them)</a:t>
          </a:r>
        </a:p>
      </dgm:t>
    </dgm:pt>
    <dgm:pt modelId="{D221467B-6FF7-4E8B-B417-8918D45A5486}" type="parTrans" cxnId="{A0C145DA-A12A-46E5-9D26-51EC9E66883D}">
      <dgm:prSet/>
      <dgm:spPr/>
      <dgm:t>
        <a:bodyPr/>
        <a:lstStyle/>
        <a:p>
          <a:endParaRPr lang="en-US"/>
        </a:p>
      </dgm:t>
    </dgm:pt>
    <dgm:pt modelId="{314F0E8F-21EA-49E4-96FE-66C4319E0260}" type="sibTrans" cxnId="{A0C145DA-A12A-46E5-9D26-51EC9E66883D}">
      <dgm:prSet/>
      <dgm:spPr/>
      <dgm:t>
        <a:bodyPr/>
        <a:lstStyle/>
        <a:p>
          <a:endParaRPr lang="en-US"/>
        </a:p>
      </dgm:t>
    </dgm:pt>
    <dgm:pt modelId="{403DBE4A-3B9C-4DB8-BE50-7E08FC86FE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Detailed explanation of the methods and mathematical mechanisms</a:t>
          </a:r>
        </a:p>
      </dgm:t>
    </dgm:pt>
    <dgm:pt modelId="{E8A22922-BD53-4DAF-880A-98C4691643E0}" type="parTrans" cxnId="{14F50DA3-3692-496F-A689-0EC61F7468C5}">
      <dgm:prSet/>
      <dgm:spPr/>
      <dgm:t>
        <a:bodyPr/>
        <a:lstStyle/>
        <a:p>
          <a:endParaRPr lang="en-US"/>
        </a:p>
      </dgm:t>
    </dgm:pt>
    <dgm:pt modelId="{0233C8E5-3576-412E-9893-5895CBC7F4DF}" type="sibTrans" cxnId="{14F50DA3-3692-496F-A689-0EC61F7468C5}">
      <dgm:prSet/>
      <dgm:spPr/>
      <dgm:t>
        <a:bodyPr/>
        <a:lstStyle/>
        <a:p>
          <a:endParaRPr lang="en-US"/>
        </a:p>
      </dgm:t>
    </dgm:pt>
    <dgm:pt modelId="{724D875B-FA26-46EE-A4BA-6C5D8F7556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Walkthrough and full explanation of all major figures</a:t>
          </a:r>
        </a:p>
      </dgm:t>
    </dgm:pt>
    <dgm:pt modelId="{F104C764-CCA5-47CB-8A5E-7587F1A417BB}" type="parTrans" cxnId="{3702DA37-C7FC-42D4-A43E-B6735019748E}">
      <dgm:prSet/>
      <dgm:spPr/>
      <dgm:t>
        <a:bodyPr/>
        <a:lstStyle/>
        <a:p>
          <a:endParaRPr lang="en-US"/>
        </a:p>
      </dgm:t>
    </dgm:pt>
    <dgm:pt modelId="{930522CC-4FD2-49B7-BF97-DF85E732E4D5}" type="sibTrans" cxnId="{3702DA37-C7FC-42D4-A43E-B6735019748E}">
      <dgm:prSet/>
      <dgm:spPr/>
      <dgm:t>
        <a:bodyPr/>
        <a:lstStyle/>
        <a:p>
          <a:endParaRPr lang="en-US"/>
        </a:p>
      </dgm:t>
    </dgm:pt>
    <dgm:pt modelId="{61CEBA32-F8D7-49B2-8C0F-6FCC1B16BE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Results, Discussion, and Implications</a:t>
          </a:r>
        </a:p>
      </dgm:t>
    </dgm:pt>
    <dgm:pt modelId="{37A141FA-35FD-4C00-B769-7CD7E4C6F589}" type="parTrans" cxnId="{27CB62BF-AE69-4953-9463-74FF78B30019}">
      <dgm:prSet/>
      <dgm:spPr/>
      <dgm:t>
        <a:bodyPr/>
        <a:lstStyle/>
        <a:p>
          <a:endParaRPr lang="en-US"/>
        </a:p>
      </dgm:t>
    </dgm:pt>
    <dgm:pt modelId="{BA4D4A48-9D7F-4B90-ACC5-4DED58C5DE3F}" type="sibTrans" cxnId="{27CB62BF-AE69-4953-9463-74FF78B30019}">
      <dgm:prSet/>
      <dgm:spPr/>
      <dgm:t>
        <a:bodyPr/>
        <a:lstStyle/>
        <a:p>
          <a:endParaRPr lang="en-US"/>
        </a:p>
      </dgm:t>
    </dgm:pt>
    <dgm:pt modelId="{FCFD6BB9-8F22-4D73-9292-2FE62B0CD0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Your personal reflection: strengths, weaknesses, clarity, novelty</a:t>
          </a:r>
        </a:p>
      </dgm:t>
    </dgm:pt>
    <dgm:pt modelId="{6406D3E2-3EE3-4DD6-A99C-2F71609A4DA3}" type="parTrans" cxnId="{198691BD-4673-454D-828E-4D3A09945626}">
      <dgm:prSet/>
      <dgm:spPr/>
      <dgm:t>
        <a:bodyPr/>
        <a:lstStyle/>
        <a:p>
          <a:endParaRPr lang="en-US"/>
        </a:p>
      </dgm:t>
    </dgm:pt>
    <dgm:pt modelId="{A2FC9AC3-0FA5-472B-A17F-FEEBDDFB97FB}" type="sibTrans" cxnId="{198691BD-4673-454D-828E-4D3A09945626}">
      <dgm:prSet/>
      <dgm:spPr/>
      <dgm:t>
        <a:bodyPr/>
        <a:lstStyle/>
        <a:p>
          <a:endParaRPr lang="en-US"/>
        </a:p>
      </dgm:t>
    </dgm:pt>
    <dgm:pt modelId="{D494E05A-5970-4DA3-9FAB-EA431D22D3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Future work, critiques, and open questions</a:t>
          </a:r>
        </a:p>
      </dgm:t>
    </dgm:pt>
    <dgm:pt modelId="{D8FFE1EE-8026-4A9D-8528-25B4060F0AF4}" type="parTrans" cxnId="{667D9955-0464-445B-961E-AD769CED4B3B}">
      <dgm:prSet/>
      <dgm:spPr/>
      <dgm:t>
        <a:bodyPr/>
        <a:lstStyle/>
        <a:p>
          <a:endParaRPr lang="en-US"/>
        </a:p>
      </dgm:t>
    </dgm:pt>
    <dgm:pt modelId="{A663B26E-337F-422B-9A2B-5BD7D8894BB8}" type="sibTrans" cxnId="{667D9955-0464-445B-961E-AD769CED4B3B}">
      <dgm:prSet/>
      <dgm:spPr/>
      <dgm:t>
        <a:bodyPr/>
        <a:lstStyle/>
        <a:p>
          <a:endParaRPr lang="en-US"/>
        </a:p>
      </dgm:t>
    </dgm:pt>
    <dgm:pt modelId="{D494AC25-41E5-4F94-AE42-1721E39FCE7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critique should:</a:t>
          </a:r>
        </a:p>
      </dgm:t>
    </dgm:pt>
    <dgm:pt modelId="{5F40F706-39E4-4E32-9533-EEE81499A856}" type="parTrans" cxnId="{C5CD31BD-3078-4942-8744-CB0DF7C28B7D}">
      <dgm:prSet/>
      <dgm:spPr/>
      <dgm:t>
        <a:bodyPr/>
        <a:lstStyle/>
        <a:p>
          <a:endParaRPr lang="en-US"/>
        </a:p>
      </dgm:t>
    </dgm:pt>
    <dgm:pt modelId="{5CEC2CB5-9B2F-4AF5-BDFC-215340B24119}" type="sibTrans" cxnId="{C5CD31BD-3078-4942-8744-CB0DF7C28B7D}">
      <dgm:prSet/>
      <dgm:spPr/>
      <dgm:t>
        <a:bodyPr/>
        <a:lstStyle/>
        <a:p>
          <a:endParaRPr lang="en-US"/>
        </a:p>
      </dgm:t>
    </dgm:pt>
    <dgm:pt modelId="{39EE4FBB-0D46-4CAB-A33E-D52F02D73D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Analyze</a:t>
          </a:r>
          <a:r>
            <a:rPr lang="en-US" dirty="0"/>
            <a:t> the paper carefully</a:t>
          </a:r>
        </a:p>
      </dgm:t>
    </dgm:pt>
    <dgm:pt modelId="{D4F5DC56-8E0D-419D-BF22-11EFB3CE0D27}" type="parTrans" cxnId="{188C1A2B-DAE8-4795-B0BE-AB9CE524F0AD}">
      <dgm:prSet/>
      <dgm:spPr/>
      <dgm:t>
        <a:bodyPr/>
        <a:lstStyle/>
        <a:p>
          <a:endParaRPr lang="en-US"/>
        </a:p>
      </dgm:t>
    </dgm:pt>
    <dgm:pt modelId="{D28CD205-7015-4C13-AD6D-D014FB1142D7}" type="sibTrans" cxnId="{188C1A2B-DAE8-4795-B0BE-AB9CE524F0AD}">
      <dgm:prSet/>
      <dgm:spPr/>
      <dgm:t>
        <a:bodyPr/>
        <a:lstStyle/>
        <a:p>
          <a:endParaRPr lang="en-US"/>
        </a:p>
      </dgm:t>
    </dgm:pt>
    <dgm:pt modelId="{4A742D9E-8E5F-4F5E-9A7D-789046A6BF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Prepare</a:t>
          </a:r>
          <a:r>
            <a:rPr lang="en-US" dirty="0"/>
            <a:t> probing and constructive questions or critiques</a:t>
          </a:r>
        </a:p>
      </dgm:t>
    </dgm:pt>
    <dgm:pt modelId="{7BDDEBEA-C0CE-447C-B86F-450195D56DB3}" type="parTrans" cxnId="{43FB1413-E35B-4D1C-AC93-420092A3AB98}">
      <dgm:prSet/>
      <dgm:spPr/>
      <dgm:t>
        <a:bodyPr/>
        <a:lstStyle/>
        <a:p>
          <a:endParaRPr lang="en-US"/>
        </a:p>
      </dgm:t>
    </dgm:pt>
    <dgm:pt modelId="{B1655EFA-E45B-4024-AEDB-B62F66F2BD27}" type="sibTrans" cxnId="{43FB1413-E35B-4D1C-AC93-420092A3AB98}">
      <dgm:prSet/>
      <dgm:spPr/>
      <dgm:t>
        <a:bodyPr/>
        <a:lstStyle/>
        <a:p>
          <a:endParaRPr lang="en-US"/>
        </a:p>
      </dgm:t>
    </dgm:pt>
    <dgm:pt modelId="{A311B6D1-0F48-4701-804B-B0FF87EF14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Ask the questions </a:t>
          </a:r>
          <a:r>
            <a:rPr lang="en-US" dirty="0"/>
            <a:t>after the presentation and engage in a mini-debate with the presenter (the presenter must defend the paper or acknowledge weaknesses)</a:t>
          </a:r>
        </a:p>
      </dgm:t>
    </dgm:pt>
    <dgm:pt modelId="{4DAC0C7F-344C-41D2-BAD1-F8A959E6E72D}" type="parTrans" cxnId="{5331B30F-14B1-4403-9B9F-E493695423A2}">
      <dgm:prSet/>
      <dgm:spPr/>
      <dgm:t>
        <a:bodyPr/>
        <a:lstStyle/>
        <a:p>
          <a:endParaRPr lang="en-US"/>
        </a:p>
      </dgm:t>
    </dgm:pt>
    <dgm:pt modelId="{ED209A10-CC9B-45EE-8240-7889DA0FFD36}" type="sibTrans" cxnId="{5331B30F-14B1-4403-9B9F-E493695423A2}">
      <dgm:prSet/>
      <dgm:spPr/>
      <dgm:t>
        <a:bodyPr/>
        <a:lstStyle/>
        <a:p>
          <a:endParaRPr lang="en-US"/>
        </a:p>
      </dgm:t>
    </dgm:pt>
    <dgm:pt modelId="{690C0773-3609-4F70-9472-44145340C2F0}" type="pres">
      <dgm:prSet presAssocID="{595FD5F6-CA95-491F-B06C-E2DB9F2C9043}" presName="linear" presStyleCnt="0">
        <dgm:presLayoutVars>
          <dgm:dir/>
          <dgm:animLvl val="lvl"/>
          <dgm:resizeHandles val="exact"/>
        </dgm:presLayoutVars>
      </dgm:prSet>
      <dgm:spPr/>
    </dgm:pt>
    <dgm:pt modelId="{095977CE-EBA5-4F46-83A0-8148DBE95C5E}" type="pres">
      <dgm:prSet presAssocID="{0BF5C541-2687-49DE-8DA3-469C858D64EA}" presName="parentLin" presStyleCnt="0"/>
      <dgm:spPr/>
    </dgm:pt>
    <dgm:pt modelId="{9DDB9541-E97A-45E6-9011-785705D3F89E}" type="pres">
      <dgm:prSet presAssocID="{0BF5C541-2687-49DE-8DA3-469C858D64EA}" presName="parentLeftMargin" presStyleLbl="node1" presStyleIdx="0" presStyleCnt="2"/>
      <dgm:spPr/>
    </dgm:pt>
    <dgm:pt modelId="{77E1CFB1-7E6A-4447-A569-416B98374389}" type="pres">
      <dgm:prSet presAssocID="{0BF5C541-2687-49DE-8DA3-469C858D64E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0E997A6-B826-42FA-8E15-4DC3F9FD95C7}" type="pres">
      <dgm:prSet presAssocID="{0BF5C541-2687-49DE-8DA3-469C858D64EA}" presName="negativeSpace" presStyleCnt="0"/>
      <dgm:spPr/>
    </dgm:pt>
    <dgm:pt modelId="{DB5D260D-E6B2-4E27-A52C-773F8F528AD6}" type="pres">
      <dgm:prSet presAssocID="{0BF5C541-2687-49DE-8DA3-469C858D64EA}" presName="childText" presStyleLbl="conFgAcc1" presStyleIdx="0" presStyleCnt="2">
        <dgm:presLayoutVars>
          <dgm:bulletEnabled val="1"/>
        </dgm:presLayoutVars>
      </dgm:prSet>
      <dgm:spPr/>
    </dgm:pt>
    <dgm:pt modelId="{10355AB9-7136-47D1-B0AF-DE0A4FE01C98}" type="pres">
      <dgm:prSet presAssocID="{5003B069-3A08-4619-8A48-53DEE113C96B}" presName="spaceBetweenRectangles" presStyleCnt="0"/>
      <dgm:spPr/>
    </dgm:pt>
    <dgm:pt modelId="{45B931A5-A4F9-4E8F-997A-00331A5E8CEC}" type="pres">
      <dgm:prSet presAssocID="{D494AC25-41E5-4F94-AE42-1721E39FCE7B}" presName="parentLin" presStyleCnt="0"/>
      <dgm:spPr/>
    </dgm:pt>
    <dgm:pt modelId="{4E8CA1FC-F4F2-43EE-BB6C-E437DC38E3DD}" type="pres">
      <dgm:prSet presAssocID="{D494AC25-41E5-4F94-AE42-1721E39FCE7B}" presName="parentLeftMargin" presStyleLbl="node1" presStyleIdx="0" presStyleCnt="2"/>
      <dgm:spPr/>
    </dgm:pt>
    <dgm:pt modelId="{F63462C3-12C5-4ADA-AB80-A0E9B384C2E2}" type="pres">
      <dgm:prSet presAssocID="{D494AC25-41E5-4F94-AE42-1721E39FCE7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8EEE0EC-7EBC-4F4A-994F-8F2C523A7610}" type="pres">
      <dgm:prSet presAssocID="{D494AC25-41E5-4F94-AE42-1721E39FCE7B}" presName="negativeSpace" presStyleCnt="0"/>
      <dgm:spPr/>
    </dgm:pt>
    <dgm:pt modelId="{5A501787-F552-4A3A-A731-0361FEBB2D15}" type="pres">
      <dgm:prSet presAssocID="{D494AC25-41E5-4F94-AE42-1721E39FCE7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5331B30F-14B1-4403-9B9F-E493695423A2}" srcId="{D494AC25-41E5-4F94-AE42-1721E39FCE7B}" destId="{A311B6D1-0F48-4701-804B-B0FF87EF148A}" srcOrd="2" destOrd="0" parTransId="{4DAC0C7F-344C-41D2-BAD1-F8A959E6E72D}" sibTransId="{ED209A10-CC9B-45EE-8240-7889DA0FFD36}"/>
    <dgm:cxn modelId="{43FB1413-E35B-4D1C-AC93-420092A3AB98}" srcId="{D494AC25-41E5-4F94-AE42-1721E39FCE7B}" destId="{4A742D9E-8E5F-4F5E-9A7D-789046A6BF89}" srcOrd="1" destOrd="0" parTransId="{7BDDEBEA-C0CE-447C-B86F-450195D56DB3}" sibTransId="{B1655EFA-E45B-4024-AEDB-B62F66F2BD27}"/>
    <dgm:cxn modelId="{E61C2714-0740-42F0-873F-C867CD44C7D5}" type="presOf" srcId="{D494AC25-41E5-4F94-AE42-1721E39FCE7B}" destId="{4E8CA1FC-F4F2-43EE-BB6C-E437DC38E3DD}" srcOrd="0" destOrd="0" presId="urn:microsoft.com/office/officeart/2005/8/layout/list1"/>
    <dgm:cxn modelId="{8F2BD117-51D4-44DA-92FA-54B6EB0EBFD0}" srcId="{0BF5C541-2687-49DE-8DA3-469C858D64EA}" destId="{CF1D5C7F-8F2D-4AD4-A063-A676D0D64BB9}" srcOrd="0" destOrd="0" parTransId="{821244F1-10B8-4E5A-A55F-964F0C6E02BF}" sibTransId="{063F2651-83BF-4D08-A137-0C63C7B670F8}"/>
    <dgm:cxn modelId="{188C1A2B-DAE8-4795-B0BE-AB9CE524F0AD}" srcId="{D494AC25-41E5-4F94-AE42-1721E39FCE7B}" destId="{39EE4FBB-0D46-4CAB-A33E-D52F02D73DE6}" srcOrd="0" destOrd="0" parTransId="{D4F5DC56-8E0D-419D-BF22-11EFB3CE0D27}" sibTransId="{D28CD205-7015-4C13-AD6D-D014FB1142D7}"/>
    <dgm:cxn modelId="{84696636-C411-40FA-9D55-7C375D221F1F}" type="presOf" srcId="{724D875B-FA26-46EE-A4BA-6C5D8F755618}" destId="{DB5D260D-E6B2-4E27-A52C-773F8F528AD6}" srcOrd="0" destOrd="3" presId="urn:microsoft.com/office/officeart/2005/8/layout/list1"/>
    <dgm:cxn modelId="{3702DA37-C7FC-42D4-A43E-B6735019748E}" srcId="{0BF5C541-2687-49DE-8DA3-469C858D64EA}" destId="{724D875B-FA26-46EE-A4BA-6C5D8F755618}" srcOrd="3" destOrd="0" parTransId="{F104C764-CCA5-47CB-8A5E-7587F1A417BB}" sibTransId="{930522CC-4FD2-49B7-BF97-DF85E732E4D5}"/>
    <dgm:cxn modelId="{38F10A65-A543-4821-93A6-5FEC01EC5247}" srcId="{595FD5F6-CA95-491F-B06C-E2DB9F2C9043}" destId="{0BF5C541-2687-49DE-8DA3-469C858D64EA}" srcOrd="0" destOrd="0" parTransId="{0F4558E4-EFE6-4C40-AE07-62B64B124045}" sibTransId="{5003B069-3A08-4619-8A48-53DEE113C96B}"/>
    <dgm:cxn modelId="{8AC0F66C-FB7B-4F09-99C1-2BBDDEDB1A3E}" type="presOf" srcId="{FCFD6BB9-8F22-4D73-9292-2FE62B0CD012}" destId="{DB5D260D-E6B2-4E27-A52C-773F8F528AD6}" srcOrd="0" destOrd="5" presId="urn:microsoft.com/office/officeart/2005/8/layout/list1"/>
    <dgm:cxn modelId="{C09B0A54-F794-4646-80F4-8CD824F35DEB}" type="presOf" srcId="{39EE4FBB-0D46-4CAB-A33E-D52F02D73DE6}" destId="{5A501787-F552-4A3A-A731-0361FEBB2D15}" srcOrd="0" destOrd="0" presId="urn:microsoft.com/office/officeart/2005/8/layout/list1"/>
    <dgm:cxn modelId="{667D9955-0464-445B-961E-AD769CED4B3B}" srcId="{0BF5C541-2687-49DE-8DA3-469C858D64EA}" destId="{D494E05A-5970-4DA3-9FAB-EA431D22D33B}" srcOrd="6" destOrd="0" parTransId="{D8FFE1EE-8026-4A9D-8528-25B4060F0AF4}" sibTransId="{A663B26E-337F-422B-9A2B-5BD7D8894BB8}"/>
    <dgm:cxn modelId="{32656056-C3F1-42AA-BB54-F6DB4ED9BA79}" type="presOf" srcId="{595FD5F6-CA95-491F-B06C-E2DB9F2C9043}" destId="{690C0773-3609-4F70-9472-44145340C2F0}" srcOrd="0" destOrd="0" presId="urn:microsoft.com/office/officeart/2005/8/layout/list1"/>
    <dgm:cxn modelId="{3F985D9D-F218-4EC4-9100-7ECF7C02495F}" type="presOf" srcId="{61CEBA32-F8D7-49B2-8C0F-6FCC1B16BEB1}" destId="{DB5D260D-E6B2-4E27-A52C-773F8F528AD6}" srcOrd="0" destOrd="4" presId="urn:microsoft.com/office/officeart/2005/8/layout/list1"/>
    <dgm:cxn modelId="{558775A2-EEA2-4E18-82A3-20871F07D75F}" type="presOf" srcId="{403DBE4A-3B9C-4DB8-BE50-7E08FC86FE8A}" destId="{DB5D260D-E6B2-4E27-A52C-773F8F528AD6}" srcOrd="0" destOrd="2" presId="urn:microsoft.com/office/officeart/2005/8/layout/list1"/>
    <dgm:cxn modelId="{14F50DA3-3692-496F-A689-0EC61F7468C5}" srcId="{0BF5C541-2687-49DE-8DA3-469C858D64EA}" destId="{403DBE4A-3B9C-4DB8-BE50-7E08FC86FE8A}" srcOrd="2" destOrd="0" parTransId="{E8A22922-BD53-4DAF-880A-98C4691643E0}" sibTransId="{0233C8E5-3576-412E-9893-5895CBC7F4DF}"/>
    <dgm:cxn modelId="{6B82A9A5-84EC-4F3A-B1F9-D1AF3ECB29DD}" type="presOf" srcId="{CF1D5C7F-8F2D-4AD4-A063-A676D0D64BB9}" destId="{DB5D260D-E6B2-4E27-A52C-773F8F528AD6}" srcOrd="0" destOrd="0" presId="urn:microsoft.com/office/officeart/2005/8/layout/list1"/>
    <dgm:cxn modelId="{86CFF0B0-AA74-4CD8-9C52-D1F8E5457983}" type="presOf" srcId="{D494E05A-5970-4DA3-9FAB-EA431D22D33B}" destId="{DB5D260D-E6B2-4E27-A52C-773F8F528AD6}" srcOrd="0" destOrd="6" presId="urn:microsoft.com/office/officeart/2005/8/layout/list1"/>
    <dgm:cxn modelId="{7F67DCB4-2AA4-4113-994D-560A3496F4AE}" type="presOf" srcId="{0BF5C541-2687-49DE-8DA3-469C858D64EA}" destId="{9DDB9541-E97A-45E6-9011-785705D3F89E}" srcOrd="0" destOrd="0" presId="urn:microsoft.com/office/officeart/2005/8/layout/list1"/>
    <dgm:cxn modelId="{C5CD31BD-3078-4942-8744-CB0DF7C28B7D}" srcId="{595FD5F6-CA95-491F-B06C-E2DB9F2C9043}" destId="{D494AC25-41E5-4F94-AE42-1721E39FCE7B}" srcOrd="1" destOrd="0" parTransId="{5F40F706-39E4-4E32-9533-EEE81499A856}" sibTransId="{5CEC2CB5-9B2F-4AF5-BDFC-215340B24119}"/>
    <dgm:cxn modelId="{198691BD-4673-454D-828E-4D3A09945626}" srcId="{0BF5C541-2687-49DE-8DA3-469C858D64EA}" destId="{FCFD6BB9-8F22-4D73-9292-2FE62B0CD012}" srcOrd="5" destOrd="0" parTransId="{6406D3E2-3EE3-4DD6-A99C-2F71609A4DA3}" sibTransId="{A2FC9AC3-0FA5-472B-A17F-FEEBDDFB97FB}"/>
    <dgm:cxn modelId="{27CB62BF-AE69-4953-9463-74FF78B30019}" srcId="{0BF5C541-2687-49DE-8DA3-469C858D64EA}" destId="{61CEBA32-F8D7-49B2-8C0F-6FCC1B16BEB1}" srcOrd="4" destOrd="0" parTransId="{37A141FA-35FD-4C00-B769-7CD7E4C6F589}" sibTransId="{BA4D4A48-9D7F-4B90-ACC5-4DED58C5DE3F}"/>
    <dgm:cxn modelId="{0F7F5AC0-8CBB-49E9-B93F-E78E1B899719}" type="presOf" srcId="{A311B6D1-0F48-4701-804B-B0FF87EF148A}" destId="{5A501787-F552-4A3A-A731-0361FEBB2D15}" srcOrd="0" destOrd="2" presId="urn:microsoft.com/office/officeart/2005/8/layout/list1"/>
    <dgm:cxn modelId="{43E5BAC7-4B64-4C5D-A8F6-C9C27B384CF6}" type="presOf" srcId="{4A742D9E-8E5F-4F5E-9A7D-789046A6BF89}" destId="{5A501787-F552-4A3A-A731-0361FEBB2D15}" srcOrd="0" destOrd="1" presId="urn:microsoft.com/office/officeart/2005/8/layout/list1"/>
    <dgm:cxn modelId="{F75F9ED1-FB05-4D5C-8789-BDCE77D92308}" type="presOf" srcId="{0BF5C541-2687-49DE-8DA3-469C858D64EA}" destId="{77E1CFB1-7E6A-4447-A569-416B98374389}" srcOrd="1" destOrd="0" presId="urn:microsoft.com/office/officeart/2005/8/layout/list1"/>
    <dgm:cxn modelId="{A0C145DA-A12A-46E5-9D26-51EC9E66883D}" srcId="{0BF5C541-2687-49DE-8DA3-469C858D64EA}" destId="{76AEDAF4-5242-41E2-BB02-5F1247B4136F}" srcOrd="1" destOrd="0" parTransId="{D221467B-6FF7-4E8B-B417-8918D45A5486}" sibTransId="{314F0E8F-21EA-49E4-96FE-66C4319E0260}"/>
    <dgm:cxn modelId="{6DBC64E6-7631-4C8A-9673-628447364BB1}" type="presOf" srcId="{76AEDAF4-5242-41E2-BB02-5F1247B4136F}" destId="{DB5D260D-E6B2-4E27-A52C-773F8F528AD6}" srcOrd="0" destOrd="1" presId="urn:microsoft.com/office/officeart/2005/8/layout/list1"/>
    <dgm:cxn modelId="{4C547EE7-125C-4647-9DBE-2329DD80B849}" type="presOf" srcId="{D494AC25-41E5-4F94-AE42-1721E39FCE7B}" destId="{F63462C3-12C5-4ADA-AB80-A0E9B384C2E2}" srcOrd="1" destOrd="0" presId="urn:microsoft.com/office/officeart/2005/8/layout/list1"/>
    <dgm:cxn modelId="{4D55556D-C649-44D1-843F-2599F8438762}" type="presParOf" srcId="{690C0773-3609-4F70-9472-44145340C2F0}" destId="{095977CE-EBA5-4F46-83A0-8148DBE95C5E}" srcOrd="0" destOrd="0" presId="urn:microsoft.com/office/officeart/2005/8/layout/list1"/>
    <dgm:cxn modelId="{7339DD51-2EDC-4BCD-A7B9-3D55BBB4C4B0}" type="presParOf" srcId="{095977CE-EBA5-4F46-83A0-8148DBE95C5E}" destId="{9DDB9541-E97A-45E6-9011-785705D3F89E}" srcOrd="0" destOrd="0" presId="urn:microsoft.com/office/officeart/2005/8/layout/list1"/>
    <dgm:cxn modelId="{00A7A227-346B-46D8-BCFB-9E2413EFE734}" type="presParOf" srcId="{095977CE-EBA5-4F46-83A0-8148DBE95C5E}" destId="{77E1CFB1-7E6A-4447-A569-416B98374389}" srcOrd="1" destOrd="0" presId="urn:microsoft.com/office/officeart/2005/8/layout/list1"/>
    <dgm:cxn modelId="{2462D96B-C908-4E43-90EC-95A43036FF1E}" type="presParOf" srcId="{690C0773-3609-4F70-9472-44145340C2F0}" destId="{10E997A6-B826-42FA-8E15-4DC3F9FD95C7}" srcOrd="1" destOrd="0" presId="urn:microsoft.com/office/officeart/2005/8/layout/list1"/>
    <dgm:cxn modelId="{B628DDE7-0CB4-4B6E-B720-B4A446A65AC4}" type="presParOf" srcId="{690C0773-3609-4F70-9472-44145340C2F0}" destId="{DB5D260D-E6B2-4E27-A52C-773F8F528AD6}" srcOrd="2" destOrd="0" presId="urn:microsoft.com/office/officeart/2005/8/layout/list1"/>
    <dgm:cxn modelId="{13D39124-873A-4236-969D-D3A87621CA2D}" type="presParOf" srcId="{690C0773-3609-4F70-9472-44145340C2F0}" destId="{10355AB9-7136-47D1-B0AF-DE0A4FE01C98}" srcOrd="3" destOrd="0" presId="urn:microsoft.com/office/officeart/2005/8/layout/list1"/>
    <dgm:cxn modelId="{F23BAC76-0FA0-4E83-B538-443C3B9087C9}" type="presParOf" srcId="{690C0773-3609-4F70-9472-44145340C2F0}" destId="{45B931A5-A4F9-4E8F-997A-00331A5E8CEC}" srcOrd="4" destOrd="0" presId="urn:microsoft.com/office/officeart/2005/8/layout/list1"/>
    <dgm:cxn modelId="{4B216360-EBB9-49A8-9CB3-B26845EE5381}" type="presParOf" srcId="{45B931A5-A4F9-4E8F-997A-00331A5E8CEC}" destId="{4E8CA1FC-F4F2-43EE-BB6C-E437DC38E3DD}" srcOrd="0" destOrd="0" presId="urn:microsoft.com/office/officeart/2005/8/layout/list1"/>
    <dgm:cxn modelId="{02658C25-C290-4C3E-BDD9-081E1CEA60CF}" type="presParOf" srcId="{45B931A5-A4F9-4E8F-997A-00331A5E8CEC}" destId="{F63462C3-12C5-4ADA-AB80-A0E9B384C2E2}" srcOrd="1" destOrd="0" presId="urn:microsoft.com/office/officeart/2005/8/layout/list1"/>
    <dgm:cxn modelId="{78327BFF-2B46-433C-87E9-84410434177E}" type="presParOf" srcId="{690C0773-3609-4F70-9472-44145340C2F0}" destId="{D8EEE0EC-7EBC-4F4A-994F-8F2C523A7610}" srcOrd="5" destOrd="0" presId="urn:microsoft.com/office/officeart/2005/8/layout/list1"/>
    <dgm:cxn modelId="{73FADDB7-4D93-4237-A93C-D228BD52FFD4}" type="presParOf" srcId="{690C0773-3609-4F70-9472-44145340C2F0}" destId="{5A501787-F552-4A3A-A731-0361FEBB2D1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4B408AE-A342-44AE-B3BD-B12BC0E439F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A0215A7-96F3-44F1-AB05-CB6D1650DE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Skimming</a:t>
          </a:r>
        </a:p>
      </dgm:t>
    </dgm:pt>
    <dgm:pt modelId="{905CDC6F-F8F5-4B4F-851A-A51D3347C3B2}" type="parTrans" cxnId="{B246F4E9-93FC-4FA2-82D2-54570FB572A7}">
      <dgm:prSet/>
      <dgm:spPr/>
      <dgm:t>
        <a:bodyPr/>
        <a:lstStyle/>
        <a:p>
          <a:endParaRPr lang="en-US"/>
        </a:p>
      </dgm:t>
    </dgm:pt>
    <dgm:pt modelId="{62004F68-BD2C-4E9B-89A1-2CDA9BDE2C91}" type="sibTrans" cxnId="{B246F4E9-93FC-4FA2-82D2-54570FB572A7}">
      <dgm:prSet/>
      <dgm:spPr/>
      <dgm:t>
        <a:bodyPr/>
        <a:lstStyle/>
        <a:p>
          <a:endParaRPr lang="en-US"/>
        </a:p>
      </dgm:t>
    </dgm:pt>
    <dgm:pt modelId="{1014B9BE-6F75-4912-A116-C04BEDF024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Read the title, abstract, and discussion/conclusion sections</a:t>
          </a:r>
        </a:p>
      </dgm:t>
    </dgm:pt>
    <dgm:pt modelId="{282113C7-1964-423A-97BC-7EA837593676}" type="parTrans" cxnId="{4C96D65D-3075-4AA3-BD80-9DAD4A84D629}">
      <dgm:prSet/>
      <dgm:spPr/>
      <dgm:t>
        <a:bodyPr/>
        <a:lstStyle/>
        <a:p>
          <a:endParaRPr lang="en-US"/>
        </a:p>
      </dgm:t>
    </dgm:pt>
    <dgm:pt modelId="{E2F2552F-9675-436A-A108-2C8266AE59E9}" type="sibTrans" cxnId="{4C96D65D-3075-4AA3-BD80-9DAD4A84D629}">
      <dgm:prSet/>
      <dgm:spPr/>
      <dgm:t>
        <a:bodyPr/>
        <a:lstStyle/>
        <a:p>
          <a:endParaRPr lang="en-US"/>
        </a:p>
      </dgm:t>
    </dgm:pt>
    <dgm:pt modelId="{292D9D81-5A99-42CC-B5AF-A5D65AAC54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Examine each figure, read captions</a:t>
          </a:r>
        </a:p>
      </dgm:t>
    </dgm:pt>
    <dgm:pt modelId="{797FB513-2755-418F-ACC9-8C47599927AB}" type="parTrans" cxnId="{49A71BAF-C854-4341-A3AE-8AF98BDB2AB4}">
      <dgm:prSet/>
      <dgm:spPr/>
      <dgm:t>
        <a:bodyPr/>
        <a:lstStyle/>
        <a:p>
          <a:endParaRPr lang="en-US"/>
        </a:p>
      </dgm:t>
    </dgm:pt>
    <dgm:pt modelId="{660C24C0-EC1C-4912-B453-6C4DFC0CF844}" type="sibTrans" cxnId="{49A71BAF-C854-4341-A3AE-8AF98BDB2AB4}">
      <dgm:prSet/>
      <dgm:spPr/>
      <dgm:t>
        <a:bodyPr/>
        <a:lstStyle/>
        <a:p>
          <a:endParaRPr lang="en-US"/>
        </a:p>
      </dgm:t>
    </dgm:pt>
    <dgm:pt modelId="{BBDA3233-241F-446B-B39A-89373DD7A1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Spot-read as needed to get a gist of the paper</a:t>
          </a:r>
        </a:p>
      </dgm:t>
    </dgm:pt>
    <dgm:pt modelId="{D83B068B-56AC-425D-8F91-D97526EF2FBA}" type="parTrans" cxnId="{450C98FC-A3AF-4FEE-8590-A7D1C5226AD7}">
      <dgm:prSet/>
      <dgm:spPr/>
      <dgm:t>
        <a:bodyPr/>
        <a:lstStyle/>
        <a:p>
          <a:endParaRPr lang="en-US"/>
        </a:p>
      </dgm:t>
    </dgm:pt>
    <dgm:pt modelId="{1E83204C-87F2-4BE9-9DB2-714AF662BC92}" type="sibTrans" cxnId="{450C98FC-A3AF-4FEE-8590-A7D1C5226AD7}">
      <dgm:prSet/>
      <dgm:spPr/>
      <dgm:t>
        <a:bodyPr/>
        <a:lstStyle/>
        <a:p>
          <a:endParaRPr lang="en-US"/>
        </a:p>
      </dgm:t>
    </dgm:pt>
    <dgm:pt modelId="{3CEA9DB8-3AE1-4AF1-B9C2-67B38EE94B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Documenting</a:t>
          </a:r>
        </a:p>
      </dgm:t>
    </dgm:pt>
    <dgm:pt modelId="{79DF0329-FA4D-40A7-843C-8516D88606D7}" type="parTrans" cxnId="{12419902-EC1D-449A-9199-B4029883F654}">
      <dgm:prSet/>
      <dgm:spPr/>
      <dgm:t>
        <a:bodyPr/>
        <a:lstStyle/>
        <a:p>
          <a:endParaRPr lang="en-US"/>
        </a:p>
      </dgm:t>
    </dgm:pt>
    <dgm:pt modelId="{316EB8C0-6A01-45C2-9C2C-BC48B4BFACBD}" type="sibTrans" cxnId="{12419902-EC1D-449A-9199-B4029883F654}">
      <dgm:prSet/>
      <dgm:spPr/>
      <dgm:t>
        <a:bodyPr/>
        <a:lstStyle/>
        <a:p>
          <a:endParaRPr lang="en-US"/>
        </a:p>
      </dgm:t>
    </dgm:pt>
    <dgm:pt modelId="{8CA217F4-6DF5-45D4-BE42-E1E3B4A38C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Write a brief overview of the paper and its goals, then write your opinion about strengths and weaknesses</a:t>
          </a:r>
        </a:p>
      </dgm:t>
    </dgm:pt>
    <dgm:pt modelId="{C04B370A-5556-4FA1-AFD5-4E460CD6A550}" type="parTrans" cxnId="{E2AD22FA-DB9B-424D-942A-7F9B3FE81CC6}">
      <dgm:prSet/>
      <dgm:spPr/>
      <dgm:t>
        <a:bodyPr/>
        <a:lstStyle/>
        <a:p>
          <a:endParaRPr lang="en-US"/>
        </a:p>
      </dgm:t>
    </dgm:pt>
    <dgm:pt modelId="{67C0CA49-DC1D-4374-A12E-DBD225C3E895}" type="sibTrans" cxnId="{E2AD22FA-DB9B-424D-942A-7F9B3FE81CC6}">
      <dgm:prSet/>
      <dgm:spPr/>
      <dgm:t>
        <a:bodyPr/>
        <a:lstStyle/>
        <a:p>
          <a:endParaRPr lang="en-US"/>
        </a:p>
      </dgm:t>
    </dgm:pt>
    <dgm:pt modelId="{7D2D87F0-77B3-4BFE-9C35-25D6D614A9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Include a reference to the paper (Google Scholar makes this easy)</a:t>
          </a:r>
        </a:p>
      </dgm:t>
    </dgm:pt>
    <dgm:pt modelId="{1912A349-A700-428B-8402-ADFD1FE1C5C9}" type="parTrans" cxnId="{51A767F5-6F2D-4CD9-94DB-66D239E4F787}">
      <dgm:prSet/>
      <dgm:spPr/>
      <dgm:t>
        <a:bodyPr/>
        <a:lstStyle/>
        <a:p>
          <a:endParaRPr lang="en-US"/>
        </a:p>
      </dgm:t>
    </dgm:pt>
    <dgm:pt modelId="{74E85D5A-D9A4-4BF5-BC05-00A9E7011D4A}" type="sibTrans" cxnId="{51A767F5-6F2D-4CD9-94DB-66D239E4F787}">
      <dgm:prSet/>
      <dgm:spPr/>
      <dgm:t>
        <a:bodyPr/>
        <a:lstStyle/>
        <a:p>
          <a:endParaRPr lang="en-US"/>
        </a:p>
      </dgm:t>
    </dgm:pt>
    <dgm:pt modelId="{0AB7AEEA-F07E-448D-83AC-E37B03F5D313}" type="pres">
      <dgm:prSet presAssocID="{54B408AE-A342-44AE-B3BD-B12BC0E439FC}" presName="root" presStyleCnt="0">
        <dgm:presLayoutVars>
          <dgm:dir/>
          <dgm:resizeHandles val="exact"/>
        </dgm:presLayoutVars>
      </dgm:prSet>
      <dgm:spPr/>
    </dgm:pt>
    <dgm:pt modelId="{6806BCA5-F452-48D0-AF7E-674BF3441DCE}" type="pres">
      <dgm:prSet presAssocID="{FA0215A7-96F3-44F1-AB05-CB6D1650DE1E}" presName="compNode" presStyleCnt="0"/>
      <dgm:spPr/>
    </dgm:pt>
    <dgm:pt modelId="{FDE35C5D-956D-4366-8A26-E94BF01A3BBA}" type="pres">
      <dgm:prSet presAssocID="{FA0215A7-96F3-44F1-AB05-CB6D1650DE1E}" presName="bgRect" presStyleLbl="bgShp" presStyleIdx="0" presStyleCnt="2"/>
      <dgm:spPr/>
    </dgm:pt>
    <dgm:pt modelId="{D2D0938A-4469-4DEA-8E18-E43202BFBE02}" type="pres">
      <dgm:prSet presAssocID="{FA0215A7-96F3-44F1-AB05-CB6D1650DE1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1267952D-C751-430A-BB20-8FDCC611F75C}" type="pres">
      <dgm:prSet presAssocID="{FA0215A7-96F3-44F1-AB05-CB6D1650DE1E}" presName="spaceRect" presStyleCnt="0"/>
      <dgm:spPr/>
    </dgm:pt>
    <dgm:pt modelId="{D527AE94-6FAF-42F8-8444-A5410FE06DDC}" type="pres">
      <dgm:prSet presAssocID="{FA0215A7-96F3-44F1-AB05-CB6D1650DE1E}" presName="parTx" presStyleLbl="revTx" presStyleIdx="0" presStyleCnt="4">
        <dgm:presLayoutVars>
          <dgm:chMax val="0"/>
          <dgm:chPref val="0"/>
        </dgm:presLayoutVars>
      </dgm:prSet>
      <dgm:spPr/>
    </dgm:pt>
    <dgm:pt modelId="{668676CF-66DC-4E55-A299-AE9EDF8CF01F}" type="pres">
      <dgm:prSet presAssocID="{FA0215A7-96F3-44F1-AB05-CB6D1650DE1E}" presName="desTx" presStyleLbl="revTx" presStyleIdx="1" presStyleCnt="4">
        <dgm:presLayoutVars/>
      </dgm:prSet>
      <dgm:spPr/>
    </dgm:pt>
    <dgm:pt modelId="{C8AA95B0-4D77-4C19-A123-C39A8FC42FEB}" type="pres">
      <dgm:prSet presAssocID="{62004F68-BD2C-4E9B-89A1-2CDA9BDE2C91}" presName="sibTrans" presStyleCnt="0"/>
      <dgm:spPr/>
    </dgm:pt>
    <dgm:pt modelId="{585DB312-0540-46EA-90EB-5430CC70C0DA}" type="pres">
      <dgm:prSet presAssocID="{3CEA9DB8-3AE1-4AF1-B9C2-67B38EE94B69}" presName="compNode" presStyleCnt="0"/>
      <dgm:spPr/>
    </dgm:pt>
    <dgm:pt modelId="{CE97EC2C-DC74-4350-A701-7927F0AD19F7}" type="pres">
      <dgm:prSet presAssocID="{3CEA9DB8-3AE1-4AF1-B9C2-67B38EE94B69}" presName="bgRect" presStyleLbl="bgShp" presStyleIdx="1" presStyleCnt="2"/>
      <dgm:spPr/>
    </dgm:pt>
    <dgm:pt modelId="{9DAA0DA3-71BC-43AA-9D60-8A020CA25274}" type="pres">
      <dgm:prSet presAssocID="{3CEA9DB8-3AE1-4AF1-B9C2-67B38EE94B6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74E6730B-E70C-442F-8229-DAFFBE0922BA}" type="pres">
      <dgm:prSet presAssocID="{3CEA9DB8-3AE1-4AF1-B9C2-67B38EE94B69}" presName="spaceRect" presStyleCnt="0"/>
      <dgm:spPr/>
    </dgm:pt>
    <dgm:pt modelId="{79AF116B-6BA2-423A-A15B-3552C600CDA1}" type="pres">
      <dgm:prSet presAssocID="{3CEA9DB8-3AE1-4AF1-B9C2-67B38EE94B69}" presName="parTx" presStyleLbl="revTx" presStyleIdx="2" presStyleCnt="4">
        <dgm:presLayoutVars>
          <dgm:chMax val="0"/>
          <dgm:chPref val="0"/>
        </dgm:presLayoutVars>
      </dgm:prSet>
      <dgm:spPr/>
    </dgm:pt>
    <dgm:pt modelId="{55BD7B9A-97E9-4A8D-A882-FE1A2148AF2A}" type="pres">
      <dgm:prSet presAssocID="{3CEA9DB8-3AE1-4AF1-B9C2-67B38EE94B69}" presName="desTx" presStyleLbl="revTx" presStyleIdx="3" presStyleCnt="4">
        <dgm:presLayoutVars/>
      </dgm:prSet>
      <dgm:spPr/>
    </dgm:pt>
  </dgm:ptLst>
  <dgm:cxnLst>
    <dgm:cxn modelId="{12419902-EC1D-449A-9199-B4029883F654}" srcId="{54B408AE-A342-44AE-B3BD-B12BC0E439FC}" destId="{3CEA9DB8-3AE1-4AF1-B9C2-67B38EE94B69}" srcOrd="1" destOrd="0" parTransId="{79DF0329-FA4D-40A7-843C-8516D88606D7}" sibTransId="{316EB8C0-6A01-45C2-9C2C-BC48B4BFACBD}"/>
    <dgm:cxn modelId="{8D01AE12-1959-4FE3-A9C5-E77FFC08D93A}" type="presOf" srcId="{292D9D81-5A99-42CC-B5AF-A5D65AAC546C}" destId="{668676CF-66DC-4E55-A299-AE9EDF8CF01F}" srcOrd="0" destOrd="1" presId="urn:microsoft.com/office/officeart/2018/2/layout/IconVerticalSolidList"/>
    <dgm:cxn modelId="{BB2A2832-6537-4EA4-BB73-DEF3FF56EDFE}" type="presOf" srcId="{7D2D87F0-77B3-4BFE-9C35-25D6D614A90A}" destId="{55BD7B9A-97E9-4A8D-A882-FE1A2148AF2A}" srcOrd="0" destOrd="1" presId="urn:microsoft.com/office/officeart/2018/2/layout/IconVerticalSolidList"/>
    <dgm:cxn modelId="{591DB936-6D42-405A-869D-8C15C62FE377}" type="presOf" srcId="{FA0215A7-96F3-44F1-AB05-CB6D1650DE1E}" destId="{D527AE94-6FAF-42F8-8444-A5410FE06DDC}" srcOrd="0" destOrd="0" presId="urn:microsoft.com/office/officeart/2018/2/layout/IconVerticalSolidList"/>
    <dgm:cxn modelId="{9C44C736-0DDB-46F1-A0F6-2E308567982D}" type="presOf" srcId="{1014B9BE-6F75-4912-A116-C04BEDF02459}" destId="{668676CF-66DC-4E55-A299-AE9EDF8CF01F}" srcOrd="0" destOrd="0" presId="urn:microsoft.com/office/officeart/2018/2/layout/IconVerticalSolidList"/>
    <dgm:cxn modelId="{4C96D65D-3075-4AA3-BD80-9DAD4A84D629}" srcId="{FA0215A7-96F3-44F1-AB05-CB6D1650DE1E}" destId="{1014B9BE-6F75-4912-A116-C04BEDF02459}" srcOrd="0" destOrd="0" parTransId="{282113C7-1964-423A-97BC-7EA837593676}" sibTransId="{E2F2552F-9675-436A-A108-2C8266AE59E9}"/>
    <dgm:cxn modelId="{3ECF426C-99A7-44D4-A76F-DDB988D1A912}" type="presOf" srcId="{8CA217F4-6DF5-45D4-BE42-E1E3B4A38CB3}" destId="{55BD7B9A-97E9-4A8D-A882-FE1A2148AF2A}" srcOrd="0" destOrd="0" presId="urn:microsoft.com/office/officeart/2018/2/layout/IconVerticalSolidList"/>
    <dgm:cxn modelId="{886DD370-7B31-4B00-AB36-5BDD526478E0}" type="presOf" srcId="{54B408AE-A342-44AE-B3BD-B12BC0E439FC}" destId="{0AB7AEEA-F07E-448D-83AC-E37B03F5D313}" srcOrd="0" destOrd="0" presId="urn:microsoft.com/office/officeart/2018/2/layout/IconVerticalSolidList"/>
    <dgm:cxn modelId="{125A8E8C-4525-47B8-8766-D9F22079907F}" type="presOf" srcId="{BBDA3233-241F-446B-B39A-89373DD7A10E}" destId="{668676CF-66DC-4E55-A299-AE9EDF8CF01F}" srcOrd="0" destOrd="2" presId="urn:microsoft.com/office/officeart/2018/2/layout/IconVerticalSolidList"/>
    <dgm:cxn modelId="{33C4D7AC-07EC-42C0-9C10-4322C6EBC812}" type="presOf" srcId="{3CEA9DB8-3AE1-4AF1-B9C2-67B38EE94B69}" destId="{79AF116B-6BA2-423A-A15B-3552C600CDA1}" srcOrd="0" destOrd="0" presId="urn:microsoft.com/office/officeart/2018/2/layout/IconVerticalSolidList"/>
    <dgm:cxn modelId="{49A71BAF-C854-4341-A3AE-8AF98BDB2AB4}" srcId="{FA0215A7-96F3-44F1-AB05-CB6D1650DE1E}" destId="{292D9D81-5A99-42CC-B5AF-A5D65AAC546C}" srcOrd="1" destOrd="0" parTransId="{797FB513-2755-418F-ACC9-8C47599927AB}" sibTransId="{660C24C0-EC1C-4912-B453-6C4DFC0CF844}"/>
    <dgm:cxn modelId="{B246F4E9-93FC-4FA2-82D2-54570FB572A7}" srcId="{54B408AE-A342-44AE-B3BD-B12BC0E439FC}" destId="{FA0215A7-96F3-44F1-AB05-CB6D1650DE1E}" srcOrd="0" destOrd="0" parTransId="{905CDC6F-F8F5-4B4F-851A-A51D3347C3B2}" sibTransId="{62004F68-BD2C-4E9B-89A1-2CDA9BDE2C91}"/>
    <dgm:cxn modelId="{51A767F5-6F2D-4CD9-94DB-66D239E4F787}" srcId="{3CEA9DB8-3AE1-4AF1-B9C2-67B38EE94B69}" destId="{7D2D87F0-77B3-4BFE-9C35-25D6D614A90A}" srcOrd="1" destOrd="0" parTransId="{1912A349-A700-428B-8402-ADFD1FE1C5C9}" sibTransId="{74E85D5A-D9A4-4BF5-BC05-00A9E7011D4A}"/>
    <dgm:cxn modelId="{E2AD22FA-DB9B-424D-942A-7F9B3FE81CC6}" srcId="{3CEA9DB8-3AE1-4AF1-B9C2-67B38EE94B69}" destId="{8CA217F4-6DF5-45D4-BE42-E1E3B4A38CB3}" srcOrd="0" destOrd="0" parTransId="{C04B370A-5556-4FA1-AFD5-4E460CD6A550}" sibTransId="{67C0CA49-DC1D-4374-A12E-DBD225C3E895}"/>
    <dgm:cxn modelId="{450C98FC-A3AF-4FEE-8590-A7D1C5226AD7}" srcId="{FA0215A7-96F3-44F1-AB05-CB6D1650DE1E}" destId="{BBDA3233-241F-446B-B39A-89373DD7A10E}" srcOrd="2" destOrd="0" parTransId="{D83B068B-56AC-425D-8F91-D97526EF2FBA}" sibTransId="{1E83204C-87F2-4BE9-9DB2-714AF662BC92}"/>
    <dgm:cxn modelId="{024000BC-73F3-4271-A83D-4381E75C420C}" type="presParOf" srcId="{0AB7AEEA-F07E-448D-83AC-E37B03F5D313}" destId="{6806BCA5-F452-48D0-AF7E-674BF3441DCE}" srcOrd="0" destOrd="0" presId="urn:microsoft.com/office/officeart/2018/2/layout/IconVerticalSolidList"/>
    <dgm:cxn modelId="{BD95172A-5745-458C-9156-AC141737921B}" type="presParOf" srcId="{6806BCA5-F452-48D0-AF7E-674BF3441DCE}" destId="{FDE35C5D-956D-4366-8A26-E94BF01A3BBA}" srcOrd="0" destOrd="0" presId="urn:microsoft.com/office/officeart/2018/2/layout/IconVerticalSolidList"/>
    <dgm:cxn modelId="{373B4F1C-82E0-4B03-82C8-A8287AA742FA}" type="presParOf" srcId="{6806BCA5-F452-48D0-AF7E-674BF3441DCE}" destId="{D2D0938A-4469-4DEA-8E18-E43202BFBE02}" srcOrd="1" destOrd="0" presId="urn:microsoft.com/office/officeart/2018/2/layout/IconVerticalSolidList"/>
    <dgm:cxn modelId="{C874788B-81B5-47AE-B0DF-18A6A2BF25C9}" type="presParOf" srcId="{6806BCA5-F452-48D0-AF7E-674BF3441DCE}" destId="{1267952D-C751-430A-BB20-8FDCC611F75C}" srcOrd="2" destOrd="0" presId="urn:microsoft.com/office/officeart/2018/2/layout/IconVerticalSolidList"/>
    <dgm:cxn modelId="{F38BB09D-4ED3-48F6-BA97-010662A2C427}" type="presParOf" srcId="{6806BCA5-F452-48D0-AF7E-674BF3441DCE}" destId="{D527AE94-6FAF-42F8-8444-A5410FE06DDC}" srcOrd="3" destOrd="0" presId="urn:microsoft.com/office/officeart/2018/2/layout/IconVerticalSolidList"/>
    <dgm:cxn modelId="{FDE1BD24-C76B-4D59-9E3E-2F784B454EC3}" type="presParOf" srcId="{6806BCA5-F452-48D0-AF7E-674BF3441DCE}" destId="{668676CF-66DC-4E55-A299-AE9EDF8CF01F}" srcOrd="4" destOrd="0" presId="urn:microsoft.com/office/officeart/2018/2/layout/IconVerticalSolidList"/>
    <dgm:cxn modelId="{0A019720-C0C7-416F-816E-EF1B7B07D66C}" type="presParOf" srcId="{0AB7AEEA-F07E-448D-83AC-E37B03F5D313}" destId="{C8AA95B0-4D77-4C19-A123-C39A8FC42FEB}" srcOrd="1" destOrd="0" presId="urn:microsoft.com/office/officeart/2018/2/layout/IconVerticalSolidList"/>
    <dgm:cxn modelId="{C1A52541-3765-454F-BD58-3DB47B4EF88A}" type="presParOf" srcId="{0AB7AEEA-F07E-448D-83AC-E37B03F5D313}" destId="{585DB312-0540-46EA-90EB-5430CC70C0DA}" srcOrd="2" destOrd="0" presId="urn:microsoft.com/office/officeart/2018/2/layout/IconVerticalSolidList"/>
    <dgm:cxn modelId="{1037240B-98CB-4FA9-8726-F122313F7305}" type="presParOf" srcId="{585DB312-0540-46EA-90EB-5430CC70C0DA}" destId="{CE97EC2C-DC74-4350-A701-7927F0AD19F7}" srcOrd="0" destOrd="0" presId="urn:microsoft.com/office/officeart/2018/2/layout/IconVerticalSolidList"/>
    <dgm:cxn modelId="{C936810F-EA68-4E0E-88BD-5571B1ABE173}" type="presParOf" srcId="{585DB312-0540-46EA-90EB-5430CC70C0DA}" destId="{9DAA0DA3-71BC-43AA-9D60-8A020CA25274}" srcOrd="1" destOrd="0" presId="urn:microsoft.com/office/officeart/2018/2/layout/IconVerticalSolidList"/>
    <dgm:cxn modelId="{A93AF091-E5F7-420B-A5B3-A36E5A8577C7}" type="presParOf" srcId="{585DB312-0540-46EA-90EB-5430CC70C0DA}" destId="{74E6730B-E70C-442F-8229-DAFFBE0922BA}" srcOrd="2" destOrd="0" presId="urn:microsoft.com/office/officeart/2018/2/layout/IconVerticalSolidList"/>
    <dgm:cxn modelId="{F015ED63-E329-4C15-9887-9F3685ED4808}" type="presParOf" srcId="{585DB312-0540-46EA-90EB-5430CC70C0DA}" destId="{79AF116B-6BA2-423A-A15B-3552C600CDA1}" srcOrd="3" destOrd="0" presId="urn:microsoft.com/office/officeart/2018/2/layout/IconVerticalSolidList"/>
    <dgm:cxn modelId="{BD67FEBE-A41C-4C67-8E63-5E56D786FFDA}" type="presParOf" srcId="{585DB312-0540-46EA-90EB-5430CC70C0DA}" destId="{55BD7B9A-97E9-4A8D-A882-FE1A2148AF2A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52420C-DB7D-4EAE-A2DC-E1D54682EE46}">
      <dsp:nvSpPr>
        <dsp:cNvPr id="0" name=""/>
        <dsp:cNvSpPr/>
      </dsp:nvSpPr>
      <dsp:spPr>
        <a:xfrm>
          <a:off x="0" y="577159"/>
          <a:ext cx="7216416" cy="1077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0074" tIns="395732" rIns="560074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Enhanced comprehension of advanced research papers. Better preparation for peer review and research design.</a:t>
          </a:r>
        </a:p>
      </dsp:txBody>
      <dsp:txXfrm>
        <a:off x="0" y="577159"/>
        <a:ext cx="7216416" cy="1077300"/>
      </dsp:txXfrm>
    </dsp:sp>
    <dsp:sp modelId="{4625BFC2-9B91-48C5-803F-FECB62411FF5}">
      <dsp:nvSpPr>
        <dsp:cNvPr id="0" name=""/>
        <dsp:cNvSpPr/>
      </dsp:nvSpPr>
      <dsp:spPr>
        <a:xfrm>
          <a:off x="360820" y="296719"/>
          <a:ext cx="5051491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34" tIns="0" rIns="190934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Academic and Research Advantages</a:t>
          </a:r>
        </a:p>
      </dsp:txBody>
      <dsp:txXfrm>
        <a:off x="388200" y="324099"/>
        <a:ext cx="4996731" cy="506120"/>
      </dsp:txXfrm>
    </dsp:sp>
    <dsp:sp modelId="{AADDA7DA-D633-4EED-AE9A-7DA1E08B4D60}">
      <dsp:nvSpPr>
        <dsp:cNvPr id="0" name=""/>
        <dsp:cNvSpPr/>
      </dsp:nvSpPr>
      <dsp:spPr>
        <a:xfrm>
          <a:off x="0" y="2037500"/>
          <a:ext cx="7216416" cy="1316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536049"/>
              <a:satOff val="-13319"/>
              <a:lumOff val="111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0074" tIns="395732" rIns="560074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Sharpened presentation and teaching abilities.  Increased confidence in articulating complex technical ideas.</a:t>
          </a:r>
        </a:p>
      </dsp:txBody>
      <dsp:txXfrm>
        <a:off x="0" y="2037500"/>
        <a:ext cx="7216416" cy="1316700"/>
      </dsp:txXfrm>
    </dsp:sp>
    <dsp:sp modelId="{DC2C1210-1943-412D-9569-82C312807AAA}">
      <dsp:nvSpPr>
        <dsp:cNvPr id="0" name=""/>
        <dsp:cNvSpPr/>
      </dsp:nvSpPr>
      <dsp:spPr>
        <a:xfrm>
          <a:off x="360820" y="1757060"/>
          <a:ext cx="5051491" cy="560880"/>
        </a:xfrm>
        <a:prstGeom prst="roundRect">
          <a:avLst/>
        </a:prstGeom>
        <a:solidFill>
          <a:schemeClr val="accent2">
            <a:hueOff val="3536049"/>
            <a:satOff val="-13319"/>
            <a:lumOff val="1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34" tIns="0" rIns="190934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Professional and Communication Benefits</a:t>
          </a:r>
        </a:p>
      </dsp:txBody>
      <dsp:txXfrm>
        <a:off x="388200" y="1784440"/>
        <a:ext cx="4996731" cy="506120"/>
      </dsp:txXfrm>
    </dsp:sp>
    <dsp:sp modelId="{D60A2F7D-6326-4054-B0FA-D3B4C22AA520}">
      <dsp:nvSpPr>
        <dsp:cNvPr id="0" name=""/>
        <dsp:cNvSpPr/>
      </dsp:nvSpPr>
      <dsp:spPr>
        <a:xfrm>
          <a:off x="0" y="3737240"/>
          <a:ext cx="7216416" cy="1077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7072097"/>
              <a:satOff val="-26638"/>
              <a:lumOff val="2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0074" tIns="395732" rIns="560074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Cultivates a scholarly atmosphere of support, curiosity, and mastery-oriented growth.</a:t>
          </a:r>
        </a:p>
      </dsp:txBody>
      <dsp:txXfrm>
        <a:off x="0" y="3737240"/>
        <a:ext cx="7216416" cy="1077300"/>
      </dsp:txXfrm>
    </dsp:sp>
    <dsp:sp modelId="{A532FBBF-1819-4BBD-A289-C5FFAD8BF290}">
      <dsp:nvSpPr>
        <dsp:cNvPr id="0" name=""/>
        <dsp:cNvSpPr/>
      </dsp:nvSpPr>
      <dsp:spPr>
        <a:xfrm>
          <a:off x="360820" y="3456800"/>
          <a:ext cx="5051491" cy="560880"/>
        </a:xfrm>
        <a:prstGeom prst="roundRect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34" tIns="0" rIns="190934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Community and Intellectual Growth</a:t>
          </a:r>
        </a:p>
      </dsp:txBody>
      <dsp:txXfrm>
        <a:off x="388200" y="3484180"/>
        <a:ext cx="4996731" cy="5061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AF2C77-665B-49B0-9555-E894A1BFFF98}">
      <dsp:nvSpPr>
        <dsp:cNvPr id="0" name=""/>
        <dsp:cNvSpPr/>
      </dsp:nvSpPr>
      <dsp:spPr>
        <a:xfrm>
          <a:off x="1497143" y="2273"/>
          <a:ext cx="5988574" cy="117745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195" tIns="299074" rIns="116195" bIns="299074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Unpack the full logic, methods, and assumptions of a few papers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Become familiar with a range of other papers</a:t>
          </a:r>
        </a:p>
      </dsp:txBody>
      <dsp:txXfrm>
        <a:off x="1497143" y="2273"/>
        <a:ext cx="5988574" cy="1177457"/>
      </dsp:txXfrm>
    </dsp:sp>
    <dsp:sp modelId="{DA3A6334-69EB-4A90-9B16-3B027C5648A4}">
      <dsp:nvSpPr>
        <dsp:cNvPr id="0" name=""/>
        <dsp:cNvSpPr/>
      </dsp:nvSpPr>
      <dsp:spPr>
        <a:xfrm>
          <a:off x="0" y="2273"/>
          <a:ext cx="1497143" cy="117745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224" tIns="116307" rIns="79224" bIns="11630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Depth and Breadth</a:t>
          </a:r>
        </a:p>
      </dsp:txBody>
      <dsp:txXfrm>
        <a:off x="0" y="2273"/>
        <a:ext cx="1497143" cy="1177457"/>
      </dsp:txXfrm>
    </dsp:sp>
    <dsp:sp modelId="{9D4A4D88-D3FC-45B5-AB82-6B4020876774}">
      <dsp:nvSpPr>
        <dsp:cNvPr id="0" name=""/>
        <dsp:cNvSpPr/>
      </dsp:nvSpPr>
      <dsp:spPr>
        <a:xfrm>
          <a:off x="1497143" y="1250377"/>
          <a:ext cx="5988574" cy="1177457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195" tIns="299074" rIns="116195" bIns="299074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Big picture thinking: strengths and weaknesses, rigor, reproducibility, relevance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Active discussion and critiquing</a:t>
          </a:r>
        </a:p>
      </dsp:txBody>
      <dsp:txXfrm>
        <a:off x="1497143" y="1250377"/>
        <a:ext cx="5988574" cy="1177457"/>
      </dsp:txXfrm>
    </dsp:sp>
    <dsp:sp modelId="{3B315FA6-5E82-4A27-B335-DC27F53705C0}">
      <dsp:nvSpPr>
        <dsp:cNvPr id="0" name=""/>
        <dsp:cNvSpPr/>
      </dsp:nvSpPr>
      <dsp:spPr>
        <a:xfrm>
          <a:off x="0" y="1250377"/>
          <a:ext cx="1497143" cy="117745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224" tIns="116307" rIns="79224" bIns="11630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Critical Thinking</a:t>
          </a:r>
        </a:p>
      </dsp:txBody>
      <dsp:txXfrm>
        <a:off x="0" y="1250377"/>
        <a:ext cx="1497143" cy="1177457"/>
      </dsp:txXfrm>
    </dsp:sp>
    <dsp:sp modelId="{2285708E-F7C0-4C34-B386-438BB46D9393}">
      <dsp:nvSpPr>
        <dsp:cNvPr id="0" name=""/>
        <dsp:cNvSpPr/>
      </dsp:nvSpPr>
      <dsp:spPr>
        <a:xfrm>
          <a:off x="1497143" y="2498482"/>
          <a:ext cx="5988574" cy="1177457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195" tIns="299074" rIns="116195" bIns="299074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Constructive participation from all members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Valuing diverse perspectives and applications of ML research</a:t>
          </a:r>
        </a:p>
      </dsp:txBody>
      <dsp:txXfrm>
        <a:off x="1497143" y="2498482"/>
        <a:ext cx="5988574" cy="1177457"/>
      </dsp:txXfrm>
    </dsp:sp>
    <dsp:sp modelId="{03A2BE36-0599-4A66-88A5-364A3B9C3F29}">
      <dsp:nvSpPr>
        <dsp:cNvPr id="0" name=""/>
        <dsp:cNvSpPr/>
      </dsp:nvSpPr>
      <dsp:spPr>
        <a:xfrm>
          <a:off x="0" y="2498482"/>
          <a:ext cx="1497143" cy="11774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224" tIns="116307" rIns="79224" bIns="11630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Communication and Citizenship</a:t>
          </a:r>
        </a:p>
      </dsp:txBody>
      <dsp:txXfrm>
        <a:off x="0" y="2498482"/>
        <a:ext cx="1497143" cy="1177457"/>
      </dsp:txXfrm>
    </dsp:sp>
    <dsp:sp modelId="{5B3B500B-D0E2-41C1-8523-EBF5335F12CD}">
      <dsp:nvSpPr>
        <dsp:cNvPr id="0" name=""/>
        <dsp:cNvSpPr/>
      </dsp:nvSpPr>
      <dsp:spPr>
        <a:xfrm>
          <a:off x="1497143" y="3746587"/>
          <a:ext cx="5988574" cy="117745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195" tIns="299074" rIns="116195" bIns="299074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Regular engagement and discourse about the literature builds momentum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We are all learners and teachers. Learn and share with each other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1497143" y="3746587"/>
        <a:ext cx="5988574" cy="1177457"/>
      </dsp:txXfrm>
    </dsp:sp>
    <dsp:sp modelId="{84C1C9F4-A2AB-4FE0-8291-B67894290725}">
      <dsp:nvSpPr>
        <dsp:cNvPr id="0" name=""/>
        <dsp:cNvSpPr/>
      </dsp:nvSpPr>
      <dsp:spPr>
        <a:xfrm>
          <a:off x="0" y="3746587"/>
          <a:ext cx="1497143" cy="117745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224" tIns="116307" rIns="79224" bIns="11630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Consistency and Co-Learning</a:t>
          </a:r>
        </a:p>
      </dsp:txBody>
      <dsp:txXfrm>
        <a:off x="0" y="3746587"/>
        <a:ext cx="1497143" cy="11774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D34CD5-8AA2-4592-80F2-8EFF05276A0A}">
      <dsp:nvSpPr>
        <dsp:cNvPr id="0" name=""/>
        <dsp:cNvSpPr/>
      </dsp:nvSpPr>
      <dsp:spPr>
        <a:xfrm>
          <a:off x="0" y="830579"/>
          <a:ext cx="7216416" cy="15333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CAE97D-9B53-4A0C-8356-49A513352AEF}">
      <dsp:nvSpPr>
        <dsp:cNvPr id="0" name=""/>
        <dsp:cNvSpPr/>
      </dsp:nvSpPr>
      <dsp:spPr>
        <a:xfrm>
          <a:off x="463846" y="1175589"/>
          <a:ext cx="843357" cy="8433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B19EF7-0227-4EE7-A0C5-9CD5DC7D6ADD}">
      <dsp:nvSpPr>
        <dsp:cNvPr id="0" name=""/>
        <dsp:cNvSpPr/>
      </dsp:nvSpPr>
      <dsp:spPr>
        <a:xfrm>
          <a:off x="1771051" y="830579"/>
          <a:ext cx="5445364" cy="1533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283" tIns="162283" rIns="162283" bIns="16228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Unpack the full logic, methods, and assumptions of a few papers</a:t>
          </a:r>
        </a:p>
      </dsp:txBody>
      <dsp:txXfrm>
        <a:off x="1771051" y="830579"/>
        <a:ext cx="5445364" cy="1533378"/>
      </dsp:txXfrm>
    </dsp:sp>
    <dsp:sp modelId="{2AD9016D-CBB4-42EE-85A7-D60BF4A20C99}">
      <dsp:nvSpPr>
        <dsp:cNvPr id="0" name=""/>
        <dsp:cNvSpPr/>
      </dsp:nvSpPr>
      <dsp:spPr>
        <a:xfrm>
          <a:off x="0" y="2747302"/>
          <a:ext cx="7216416" cy="15333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0D92BD-8EEF-4E51-86FD-3EA2177C2BF8}">
      <dsp:nvSpPr>
        <dsp:cNvPr id="0" name=""/>
        <dsp:cNvSpPr/>
      </dsp:nvSpPr>
      <dsp:spPr>
        <a:xfrm>
          <a:off x="463846" y="3092312"/>
          <a:ext cx="843357" cy="8433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48ECCD-0D9A-40D6-AF09-607420040090}">
      <dsp:nvSpPr>
        <dsp:cNvPr id="0" name=""/>
        <dsp:cNvSpPr/>
      </dsp:nvSpPr>
      <dsp:spPr>
        <a:xfrm>
          <a:off x="1771051" y="2747302"/>
          <a:ext cx="5445364" cy="1533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283" tIns="162283" rIns="162283" bIns="16228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Become familiar with a range of other papers</a:t>
          </a:r>
        </a:p>
      </dsp:txBody>
      <dsp:txXfrm>
        <a:off x="1771051" y="2747302"/>
        <a:ext cx="5445364" cy="15333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39F3C1-0D9C-445E-BA6C-47FD2048093D}">
      <dsp:nvSpPr>
        <dsp:cNvPr id="0" name=""/>
        <dsp:cNvSpPr/>
      </dsp:nvSpPr>
      <dsp:spPr>
        <a:xfrm>
          <a:off x="1968600" y="4517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9A13E4-5CBD-427E-A2CA-E4F4BD2D1F7A}">
      <dsp:nvSpPr>
        <dsp:cNvPr id="0" name=""/>
        <dsp:cNvSpPr/>
      </dsp:nvSpPr>
      <dsp:spPr>
        <a:xfrm>
          <a:off x="2436600" y="513178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11CA7B-CD11-4FDB-A13C-2F28A5D1F9C5}">
      <dsp:nvSpPr>
        <dsp:cNvPr id="0" name=""/>
        <dsp:cNvSpPr/>
      </dsp:nvSpPr>
      <dsp:spPr>
        <a:xfrm>
          <a:off x="1266600" y="2925178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 cap="none" dirty="0"/>
            <a:t>Regular engagement </a:t>
          </a:r>
          <a:r>
            <a:rPr lang="en-US" sz="1700" kern="1200" cap="none" dirty="0"/>
            <a:t>and discourse about the literature builds momentum</a:t>
          </a:r>
        </a:p>
      </dsp:txBody>
      <dsp:txXfrm>
        <a:off x="1266600" y="2925178"/>
        <a:ext cx="3600000" cy="720000"/>
      </dsp:txXfrm>
    </dsp:sp>
    <dsp:sp modelId="{23C2444C-792F-4F40-B852-98F58194FB27}">
      <dsp:nvSpPr>
        <dsp:cNvPr id="0" name=""/>
        <dsp:cNvSpPr/>
      </dsp:nvSpPr>
      <dsp:spPr>
        <a:xfrm>
          <a:off x="6198600" y="4517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F45A17-24C5-4935-A721-8F2E72DA63F0}">
      <dsp:nvSpPr>
        <dsp:cNvPr id="0" name=""/>
        <dsp:cNvSpPr/>
      </dsp:nvSpPr>
      <dsp:spPr>
        <a:xfrm>
          <a:off x="6666600" y="513178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AF9929-1D77-4E93-A65D-C812A6E9A665}">
      <dsp:nvSpPr>
        <dsp:cNvPr id="0" name=""/>
        <dsp:cNvSpPr/>
      </dsp:nvSpPr>
      <dsp:spPr>
        <a:xfrm>
          <a:off x="5496600" y="2925178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cap="none" dirty="0"/>
            <a:t>We are all learners and teachers. </a:t>
          </a:r>
          <a:r>
            <a:rPr lang="en-US" sz="1700" b="1" kern="1200" cap="none" dirty="0"/>
            <a:t>Learn and share </a:t>
          </a:r>
          <a:r>
            <a:rPr lang="en-US" sz="1700" kern="1200" cap="none" dirty="0"/>
            <a:t>with each other</a:t>
          </a:r>
        </a:p>
      </dsp:txBody>
      <dsp:txXfrm>
        <a:off x="5496600" y="2925178"/>
        <a:ext cx="36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4C3C7A-E66F-4538-90CF-82856D8CA68C}">
      <dsp:nvSpPr>
        <dsp:cNvPr id="0" name=""/>
        <dsp:cNvSpPr/>
      </dsp:nvSpPr>
      <dsp:spPr>
        <a:xfrm>
          <a:off x="0" y="456"/>
          <a:ext cx="10890929" cy="10679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33DCB0-5EA1-45A8-BF4D-B2D7042557D5}">
      <dsp:nvSpPr>
        <dsp:cNvPr id="0" name=""/>
        <dsp:cNvSpPr/>
      </dsp:nvSpPr>
      <dsp:spPr>
        <a:xfrm>
          <a:off x="323065" y="240753"/>
          <a:ext cx="587392" cy="5873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EB4D19-229E-4373-BD12-78D028FE57B6}">
      <dsp:nvSpPr>
        <dsp:cNvPr id="0" name=""/>
        <dsp:cNvSpPr/>
      </dsp:nvSpPr>
      <dsp:spPr>
        <a:xfrm>
          <a:off x="1233523" y="456"/>
          <a:ext cx="4900918" cy="1067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028" tIns="113028" rIns="113028" bIns="11302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Presentations</a:t>
          </a:r>
        </a:p>
      </dsp:txBody>
      <dsp:txXfrm>
        <a:off x="1233523" y="456"/>
        <a:ext cx="4900918" cy="1067985"/>
      </dsp:txXfrm>
    </dsp:sp>
    <dsp:sp modelId="{996D12C7-C762-4AFA-A6C7-12BE52914BB4}">
      <dsp:nvSpPr>
        <dsp:cNvPr id="0" name=""/>
        <dsp:cNvSpPr/>
      </dsp:nvSpPr>
      <dsp:spPr>
        <a:xfrm>
          <a:off x="6134441" y="456"/>
          <a:ext cx="4756487" cy="1067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028" tIns="113028" rIns="113028" bIns="11302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Students past quals may sign up for </a:t>
          </a:r>
          <a:r>
            <a:rPr lang="en-US" sz="1400" b="1" kern="1200" dirty="0"/>
            <a:t>two presentations.</a:t>
          </a:r>
          <a:endParaRPr lang="en-US" sz="14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Early PhD students with courses and/or TA assignments sign up for </a:t>
          </a:r>
          <a:r>
            <a:rPr lang="en-US" sz="1400" b="1" kern="1200"/>
            <a:t>one presentation</a:t>
          </a:r>
          <a:endParaRPr lang="en-US" sz="1400" kern="1200"/>
        </a:p>
      </dsp:txBody>
      <dsp:txXfrm>
        <a:off x="6134441" y="456"/>
        <a:ext cx="4756487" cy="1067985"/>
      </dsp:txXfrm>
    </dsp:sp>
    <dsp:sp modelId="{C38BF340-13C0-4212-A5D9-37A6CC647764}">
      <dsp:nvSpPr>
        <dsp:cNvPr id="0" name=""/>
        <dsp:cNvSpPr/>
      </dsp:nvSpPr>
      <dsp:spPr>
        <a:xfrm>
          <a:off x="0" y="1335438"/>
          <a:ext cx="10890929" cy="10679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36F9FD-2E45-4A96-BF3B-1C135F90F0C7}">
      <dsp:nvSpPr>
        <dsp:cNvPr id="0" name=""/>
        <dsp:cNvSpPr/>
      </dsp:nvSpPr>
      <dsp:spPr>
        <a:xfrm>
          <a:off x="323065" y="1575735"/>
          <a:ext cx="587392" cy="5873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3E5915-DC07-4D1D-86AE-A2D320559EC1}">
      <dsp:nvSpPr>
        <dsp:cNvPr id="0" name=""/>
        <dsp:cNvSpPr/>
      </dsp:nvSpPr>
      <dsp:spPr>
        <a:xfrm>
          <a:off x="1233523" y="1335438"/>
          <a:ext cx="4900918" cy="1067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028" tIns="113028" rIns="113028" bIns="11302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Critiques</a:t>
          </a:r>
        </a:p>
      </dsp:txBody>
      <dsp:txXfrm>
        <a:off x="1233523" y="1335438"/>
        <a:ext cx="4900918" cy="1067985"/>
      </dsp:txXfrm>
    </dsp:sp>
    <dsp:sp modelId="{58C75714-B70F-456B-BF71-B47337C3006C}">
      <dsp:nvSpPr>
        <dsp:cNvPr id="0" name=""/>
        <dsp:cNvSpPr/>
      </dsp:nvSpPr>
      <dsp:spPr>
        <a:xfrm>
          <a:off x="6134441" y="1335438"/>
          <a:ext cx="4756487" cy="1067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028" tIns="113028" rIns="113028" bIns="11302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Everyone signs up for at least </a:t>
          </a:r>
          <a:r>
            <a:rPr lang="en-US" sz="1400" b="1" kern="1200"/>
            <a:t>one critique role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Students past quals sign up for more </a:t>
          </a:r>
          <a:r>
            <a:rPr lang="en-US" sz="1400" b="1" kern="1200"/>
            <a:t>as needed</a:t>
          </a:r>
          <a:endParaRPr lang="en-US" sz="1400" kern="1200"/>
        </a:p>
      </dsp:txBody>
      <dsp:txXfrm>
        <a:off x="6134441" y="1335438"/>
        <a:ext cx="4756487" cy="1067985"/>
      </dsp:txXfrm>
    </dsp:sp>
    <dsp:sp modelId="{815FB8A2-A057-4C7E-841D-FC2BA5D22827}">
      <dsp:nvSpPr>
        <dsp:cNvPr id="0" name=""/>
        <dsp:cNvSpPr/>
      </dsp:nvSpPr>
      <dsp:spPr>
        <a:xfrm>
          <a:off x="0" y="2670420"/>
          <a:ext cx="10890929" cy="10679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FF4B9F-8A2C-472E-BDF0-10DAEDCCAA60}">
      <dsp:nvSpPr>
        <dsp:cNvPr id="0" name=""/>
        <dsp:cNvSpPr/>
      </dsp:nvSpPr>
      <dsp:spPr>
        <a:xfrm>
          <a:off x="323065" y="2910717"/>
          <a:ext cx="587392" cy="5873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04C74D-001A-49A1-9CFF-F7064AB498F1}">
      <dsp:nvSpPr>
        <dsp:cNvPr id="0" name=""/>
        <dsp:cNvSpPr/>
      </dsp:nvSpPr>
      <dsp:spPr>
        <a:xfrm>
          <a:off x="1233523" y="2670420"/>
          <a:ext cx="9657405" cy="1067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028" tIns="113028" rIns="113028" bIns="11302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Presenters pick the paper </a:t>
          </a:r>
          <a:r>
            <a:rPr lang="en-US" sz="2500" kern="1200"/>
            <a:t>and share one week in advance!</a:t>
          </a:r>
        </a:p>
      </dsp:txBody>
      <dsp:txXfrm>
        <a:off x="1233523" y="2670420"/>
        <a:ext cx="9657405" cy="106798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5D260D-E6B2-4E27-A52C-773F8F528AD6}">
      <dsp:nvSpPr>
        <dsp:cNvPr id="0" name=""/>
        <dsp:cNvSpPr/>
      </dsp:nvSpPr>
      <dsp:spPr>
        <a:xfrm>
          <a:off x="0" y="376049"/>
          <a:ext cx="5375383" cy="2734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7189" tIns="291592" rIns="417189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High-level motivation and context</a:t>
          </a: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A selection of relevant prior work (no need to cover all of them)</a:t>
          </a: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Detailed explanation of the methods and mathematical mechanisms</a:t>
          </a: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Walkthrough and full explanation of all major figures</a:t>
          </a: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Results, Discussion, and Implications</a:t>
          </a: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Your personal reflection: strengths, weaknesses, clarity, novelty</a:t>
          </a: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Future work, critiques, and open questions</a:t>
          </a:r>
        </a:p>
      </dsp:txBody>
      <dsp:txXfrm>
        <a:off x="0" y="376049"/>
        <a:ext cx="5375383" cy="2734200"/>
      </dsp:txXfrm>
    </dsp:sp>
    <dsp:sp modelId="{77E1CFB1-7E6A-4447-A569-416B98374389}">
      <dsp:nvSpPr>
        <dsp:cNvPr id="0" name=""/>
        <dsp:cNvSpPr/>
      </dsp:nvSpPr>
      <dsp:spPr>
        <a:xfrm>
          <a:off x="268769" y="169409"/>
          <a:ext cx="3762768" cy="413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24" tIns="0" rIns="142224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The presenter should cover:</a:t>
          </a:r>
        </a:p>
      </dsp:txBody>
      <dsp:txXfrm>
        <a:off x="288944" y="189584"/>
        <a:ext cx="3722418" cy="372930"/>
      </dsp:txXfrm>
    </dsp:sp>
    <dsp:sp modelId="{5A501787-F552-4A3A-A731-0361FEBB2D15}">
      <dsp:nvSpPr>
        <dsp:cNvPr id="0" name=""/>
        <dsp:cNvSpPr/>
      </dsp:nvSpPr>
      <dsp:spPr>
        <a:xfrm>
          <a:off x="0" y="3392490"/>
          <a:ext cx="5375383" cy="1543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7189" tIns="291592" rIns="417189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Analyze</a:t>
          </a:r>
          <a:r>
            <a:rPr lang="en-US" sz="1400" kern="1200" dirty="0"/>
            <a:t> the paper carefully</a:t>
          </a: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Prepare</a:t>
          </a:r>
          <a:r>
            <a:rPr lang="en-US" sz="1400" kern="1200" dirty="0"/>
            <a:t> probing and constructive questions or critiques</a:t>
          </a: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Ask the questions </a:t>
          </a:r>
          <a:r>
            <a:rPr lang="en-US" sz="1400" kern="1200" dirty="0"/>
            <a:t>after the presentation and engage in a mini-debate with the presenter (the presenter must defend the paper or acknowledge weaknesses)</a:t>
          </a:r>
        </a:p>
      </dsp:txBody>
      <dsp:txXfrm>
        <a:off x="0" y="3392490"/>
        <a:ext cx="5375383" cy="1543500"/>
      </dsp:txXfrm>
    </dsp:sp>
    <dsp:sp modelId="{F63462C3-12C5-4ADA-AB80-A0E9B384C2E2}">
      <dsp:nvSpPr>
        <dsp:cNvPr id="0" name=""/>
        <dsp:cNvSpPr/>
      </dsp:nvSpPr>
      <dsp:spPr>
        <a:xfrm>
          <a:off x="268769" y="3185849"/>
          <a:ext cx="3762768" cy="4132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24" tIns="0" rIns="142224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The critique should:</a:t>
          </a:r>
        </a:p>
      </dsp:txBody>
      <dsp:txXfrm>
        <a:off x="288944" y="3206024"/>
        <a:ext cx="3722418" cy="37293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E35C5D-956D-4366-8A26-E94BF01A3BBA}">
      <dsp:nvSpPr>
        <dsp:cNvPr id="0" name=""/>
        <dsp:cNvSpPr/>
      </dsp:nvSpPr>
      <dsp:spPr>
        <a:xfrm>
          <a:off x="0" y="579500"/>
          <a:ext cx="10890928" cy="10698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D0938A-4469-4DEA-8E18-E43202BFBE02}">
      <dsp:nvSpPr>
        <dsp:cNvPr id="0" name=""/>
        <dsp:cNvSpPr/>
      </dsp:nvSpPr>
      <dsp:spPr>
        <a:xfrm>
          <a:off x="323629" y="820216"/>
          <a:ext cx="588416" cy="5884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27AE94-6FAF-42F8-8444-A5410FE06DDC}">
      <dsp:nvSpPr>
        <dsp:cNvPr id="0" name=""/>
        <dsp:cNvSpPr/>
      </dsp:nvSpPr>
      <dsp:spPr>
        <a:xfrm>
          <a:off x="1235674" y="579500"/>
          <a:ext cx="4900917" cy="1069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226" tIns="113226" rIns="113226" bIns="11322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Skimming</a:t>
          </a:r>
        </a:p>
      </dsp:txBody>
      <dsp:txXfrm>
        <a:off x="1235674" y="579500"/>
        <a:ext cx="4900917" cy="1069848"/>
      </dsp:txXfrm>
    </dsp:sp>
    <dsp:sp modelId="{668676CF-66DC-4E55-A299-AE9EDF8CF01F}">
      <dsp:nvSpPr>
        <dsp:cNvPr id="0" name=""/>
        <dsp:cNvSpPr/>
      </dsp:nvSpPr>
      <dsp:spPr>
        <a:xfrm>
          <a:off x="6136592" y="579500"/>
          <a:ext cx="4754335" cy="1069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226" tIns="113226" rIns="113226" bIns="113226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Read the title, abstract, and discussion/conclusion sections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Examine each figure, read captions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Spot-read as needed to get a gist of the paper</a:t>
          </a:r>
        </a:p>
      </dsp:txBody>
      <dsp:txXfrm>
        <a:off x="6136592" y="579500"/>
        <a:ext cx="4754335" cy="1069848"/>
      </dsp:txXfrm>
    </dsp:sp>
    <dsp:sp modelId="{CE97EC2C-DC74-4350-A701-7927F0AD19F7}">
      <dsp:nvSpPr>
        <dsp:cNvPr id="0" name=""/>
        <dsp:cNvSpPr/>
      </dsp:nvSpPr>
      <dsp:spPr>
        <a:xfrm>
          <a:off x="0" y="1916811"/>
          <a:ext cx="10890928" cy="10698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AA0DA3-71BC-43AA-9D60-8A020CA25274}">
      <dsp:nvSpPr>
        <dsp:cNvPr id="0" name=""/>
        <dsp:cNvSpPr/>
      </dsp:nvSpPr>
      <dsp:spPr>
        <a:xfrm>
          <a:off x="323629" y="2157526"/>
          <a:ext cx="588416" cy="5884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AF116B-6BA2-423A-A15B-3552C600CDA1}">
      <dsp:nvSpPr>
        <dsp:cNvPr id="0" name=""/>
        <dsp:cNvSpPr/>
      </dsp:nvSpPr>
      <dsp:spPr>
        <a:xfrm>
          <a:off x="1235674" y="1916811"/>
          <a:ext cx="4900917" cy="1069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226" tIns="113226" rIns="113226" bIns="11322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Documenting</a:t>
          </a:r>
        </a:p>
      </dsp:txBody>
      <dsp:txXfrm>
        <a:off x="1235674" y="1916811"/>
        <a:ext cx="4900917" cy="1069848"/>
      </dsp:txXfrm>
    </dsp:sp>
    <dsp:sp modelId="{55BD7B9A-97E9-4A8D-A882-FE1A2148AF2A}">
      <dsp:nvSpPr>
        <dsp:cNvPr id="0" name=""/>
        <dsp:cNvSpPr/>
      </dsp:nvSpPr>
      <dsp:spPr>
        <a:xfrm>
          <a:off x="6136592" y="1916811"/>
          <a:ext cx="4754335" cy="1069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226" tIns="113226" rIns="113226" bIns="113226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Write a brief overview of the paper and its goals, then write your opinion about strengths and weaknesses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Include a reference to the paper (Google Scholar makes this easy)</a:t>
          </a:r>
        </a:p>
      </dsp:txBody>
      <dsp:txXfrm>
        <a:off x="6136592" y="1916811"/>
        <a:ext cx="4754335" cy="10698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991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84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9823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07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812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44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675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54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87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003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445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035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A_BC0E661A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4CAC0763-053B-4584-7EE7-F0EBDE0BFF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671" b="1608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73C61F-CA99-C477-5BCC-6130AD9E5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Machine Learning Reading Group (MLRG)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6EF490-7C99-8759-86D3-BDFFBA7F25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9835" y="5253051"/>
            <a:ext cx="4941173" cy="812923"/>
          </a:xfrm>
        </p:spPr>
        <p:txBody>
          <a:bodyPr anchor="t"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Read Deeply. Think Critically. Share Clearly.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8217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D6B949-55EB-C84D-79C8-FE01B1034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n-US" dirty="0"/>
              <a:t>Why ML Reading Group?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66EB4-8B00-9587-EAB7-083AA3134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r>
              <a:rPr lang="en-US" dirty="0"/>
              <a:t>The pace of ML research is rapid; papers are the primary knowledge medium</a:t>
            </a:r>
          </a:p>
          <a:p>
            <a:r>
              <a:rPr lang="en-US" dirty="0"/>
              <a:t>Reading groups provide structure, accountability, and collaborative learning</a:t>
            </a:r>
          </a:p>
          <a:p>
            <a:r>
              <a:rPr lang="en-US" dirty="0"/>
              <a:t>Our aim: help you sharpen your technical reading and communication skills</a:t>
            </a:r>
          </a:p>
        </p:txBody>
      </p:sp>
      <p:pic>
        <p:nvPicPr>
          <p:cNvPr id="5" name="Picture 4" descr="A top view of books with different cover colors">
            <a:extLst>
              <a:ext uri="{FF2B5EF4-FFF2-40B4-BE49-F238E27FC236}">
                <a16:creationId xmlns:a16="http://schemas.microsoft.com/office/drawing/2014/main" id="{D4C20E95-FC19-1FE7-0717-77C035BD28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13" r="1892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111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6BA15C-443B-32DD-6DE7-FBDADC7EA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The Challenge of Reading ML Papers</a:t>
            </a:r>
          </a:p>
        </p:txBody>
      </p:sp>
      <p:pic>
        <p:nvPicPr>
          <p:cNvPr id="5" name="Picture 4" descr="Piles of paper">
            <a:extLst>
              <a:ext uri="{FF2B5EF4-FFF2-40B4-BE49-F238E27FC236}">
                <a16:creationId xmlns:a16="http://schemas.microsoft.com/office/drawing/2014/main" id="{2F162E58-2427-702B-E285-C0EE8B8824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90" r="16827" b="-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11D8D74-EE36-F162-FD91-C92B223C3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300"/>
              <a:t>ML papers are dense, mathematical, and full of implicit assumptions</a:t>
            </a:r>
          </a:p>
          <a:p>
            <a:pPr>
              <a:lnSpc>
                <a:spcPct val="110000"/>
              </a:lnSpc>
            </a:pPr>
            <a:r>
              <a:rPr lang="en-US" sz="1300"/>
              <a:t>Skimming</a:t>
            </a:r>
          </a:p>
          <a:p>
            <a:pPr lvl="1">
              <a:lnSpc>
                <a:spcPct val="110000"/>
              </a:lnSpc>
            </a:pPr>
            <a:r>
              <a:rPr lang="en-US" sz="1300"/>
              <a:t>Exposes you to a breadth of research topics, narrative, methods, and ideas, BUT</a:t>
            </a:r>
          </a:p>
          <a:p>
            <a:pPr lvl="1">
              <a:lnSpc>
                <a:spcPct val="110000"/>
              </a:lnSpc>
            </a:pPr>
            <a:r>
              <a:rPr lang="en-US" sz="1300"/>
              <a:t>Can lead to misunderstanding and pseudo-expertise</a:t>
            </a:r>
          </a:p>
          <a:p>
            <a:pPr>
              <a:lnSpc>
                <a:spcPct val="110000"/>
              </a:lnSpc>
            </a:pPr>
            <a:r>
              <a:rPr lang="en-US" sz="1300"/>
              <a:t>Deep and deliberate reading</a:t>
            </a:r>
          </a:p>
          <a:p>
            <a:pPr lvl="1">
              <a:lnSpc>
                <a:spcPct val="110000"/>
              </a:lnSpc>
            </a:pPr>
            <a:r>
              <a:rPr lang="en-US" sz="1300"/>
              <a:t>Improves genuine understand and facilitates critical thinking and critiquing, BUT</a:t>
            </a:r>
          </a:p>
          <a:p>
            <a:pPr lvl="1">
              <a:lnSpc>
                <a:spcPct val="110000"/>
              </a:lnSpc>
            </a:pPr>
            <a:r>
              <a:rPr lang="en-US" sz="1300"/>
              <a:t>It takes a lot of time and may require tangential reading to fully understand</a:t>
            </a:r>
          </a:p>
          <a:p>
            <a:pPr>
              <a:lnSpc>
                <a:spcPct val="110000"/>
              </a:lnSpc>
            </a:pPr>
            <a:r>
              <a:rPr lang="en-US" sz="1300"/>
              <a:t>This group encourages both strategic deep reading and skimming</a:t>
            </a:r>
          </a:p>
        </p:txBody>
      </p:sp>
    </p:spTree>
    <p:extLst>
      <p:ext uri="{BB962C8B-B14F-4D97-AF65-F5344CB8AC3E}">
        <p14:creationId xmlns:p14="http://schemas.microsoft.com/office/powerpoint/2010/main" val="3026954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44D55F-C482-5FB7-C61D-FAF5D013B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US" sz="3600"/>
              <a:t>Why This Matters for You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02F8FF-A2E4-0FA7-AF1D-A79D421749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8606468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8435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7F962-DDF5-71DC-AF98-C22757215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2652779" cy="4150811"/>
          </a:xfrm>
        </p:spPr>
        <p:txBody>
          <a:bodyPr>
            <a:normAutofit/>
          </a:bodyPr>
          <a:lstStyle/>
          <a:p>
            <a:r>
              <a:rPr lang="en-US" sz="3400"/>
              <a:t>Core Pillars of MLRG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A85A180-17F0-9F5F-51D9-6D242E788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5E6CBB-B059-D712-6F58-3B92DD08FC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2123666"/>
              </p:ext>
            </p:extLst>
          </p:nvPr>
        </p:nvGraphicFramePr>
        <p:xfrm>
          <a:off x="4045291" y="1371600"/>
          <a:ext cx="7485718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1398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A96336-9CDF-3A58-1DD5-7E9662AA7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US" sz="3600"/>
              <a:t>Pillar 1: Depth and Breadth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A947C7-A032-7C28-30FD-A827CC010E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2856602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9300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5FFC8D-FC3F-AE43-7F33-FBA956476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n-US" dirty="0"/>
              <a:t>Pillar 2: Critical Thinking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6360B-676B-1842-ADE5-2CA3A57EA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Intellectual merits and broader impacts</a:t>
            </a:r>
          </a:p>
          <a:p>
            <a:pPr lvl="1"/>
            <a:r>
              <a:rPr lang="en-US" dirty="0"/>
              <a:t>strengths and weaknesses, rigor, reproducibility, relevance</a:t>
            </a:r>
          </a:p>
          <a:p>
            <a:pPr lvl="0"/>
            <a:r>
              <a:rPr lang="en-US" dirty="0"/>
              <a:t>Active discussion and critiquing</a:t>
            </a:r>
          </a:p>
        </p:txBody>
      </p:sp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0F21638B-C908-45C7-8C43-244104A113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8" r="51701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796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B8DCA5-295C-6422-4297-AF37B5FE0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 dirty="0"/>
              <a:t>Pillar 3: Communication and Citizenship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909DF-C375-4EA2-F0FD-092ED08ED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Constructive participation from all members</a:t>
            </a:r>
          </a:p>
          <a:p>
            <a:pPr lvl="0"/>
            <a:r>
              <a:rPr lang="en-US" dirty="0"/>
              <a:t>Valuing diverse perspectives and applications of ML research</a:t>
            </a:r>
          </a:p>
        </p:txBody>
      </p:sp>
      <p:pic>
        <p:nvPicPr>
          <p:cNvPr id="7" name="Graphic 6" descr="Group success with solid fill">
            <a:extLst>
              <a:ext uri="{FF2B5EF4-FFF2-40B4-BE49-F238E27FC236}">
                <a16:creationId xmlns:a16="http://schemas.microsoft.com/office/drawing/2014/main" id="{09FD0F97-05CA-3CD9-4996-CFC8EDF75B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394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7AE657-4C9E-76C9-D1DE-4FF48FDA6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0152" cy="1139911"/>
          </a:xfrm>
        </p:spPr>
        <p:txBody>
          <a:bodyPr>
            <a:normAutofit/>
          </a:bodyPr>
          <a:lstStyle/>
          <a:p>
            <a:r>
              <a:rPr lang="en-US" dirty="0"/>
              <a:t>Pillar 4: Consistency and Co-Learning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C96FDC-E4C2-7D8A-44BA-572E7CD9E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1A4612-5C2C-F7DA-0A53-D825EB9869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5996253"/>
              </p:ext>
            </p:extLst>
          </p:nvPr>
        </p:nvGraphicFramePr>
        <p:xfrm>
          <a:off x="914400" y="2607561"/>
          <a:ext cx="10363200" cy="3690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3579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07EA73-24E0-B5A0-8D77-76521303E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MLRG Format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9FF58D-6B5B-2F08-1DED-FA7135F2E2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reading, presentation, and discussion for a few papers</a:t>
            </a:r>
          </a:p>
          <a:p>
            <a:r>
              <a:rPr lang="en-US" dirty="0"/>
              <a:t>Skimming many papers</a:t>
            </a:r>
          </a:p>
        </p:txBody>
      </p:sp>
    </p:spTree>
    <p:extLst>
      <p:ext uri="{BB962C8B-B14F-4D97-AF65-F5344CB8AC3E}">
        <p14:creationId xmlns:p14="http://schemas.microsoft.com/office/powerpoint/2010/main" val="699634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FA1413-1838-502A-E72E-235A9DEC6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MLRG Format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713AD2-02F6-224B-AB9A-3F943E0D6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Each week, </a:t>
            </a:r>
            <a:r>
              <a:rPr lang="en-US" b="1" dirty="0"/>
              <a:t>one paper is selected for deep reading</a:t>
            </a:r>
          </a:p>
          <a:p>
            <a:pPr marL="493395" lvl="1"/>
            <a:r>
              <a:rPr lang="en-US" dirty="0"/>
              <a:t>One student presents the paper live during meetings (30-40min. presentation, 15-20min. discussion) </a:t>
            </a:r>
          </a:p>
          <a:p>
            <a:pPr marL="493395" lvl="1"/>
            <a:r>
              <a:rPr lang="en-US" dirty="0"/>
              <a:t>One student prepares critiques and questions about the paper to ask the presenter</a:t>
            </a:r>
          </a:p>
          <a:p>
            <a:pPr marL="493395" lvl="1"/>
            <a:r>
              <a:rPr lang="en-US" dirty="0"/>
              <a:t>Outside members are welcome to participate in either or both ways</a:t>
            </a:r>
          </a:p>
          <a:p>
            <a:pPr marL="264795" lvl="1" indent="0">
              <a:buNone/>
            </a:pPr>
            <a:endParaRPr lang="en-US" dirty="0"/>
          </a:p>
          <a:p>
            <a:r>
              <a:rPr lang="en-US" dirty="0"/>
              <a:t>Each week, all MLRG participants </a:t>
            </a:r>
            <a:r>
              <a:rPr lang="en-US" b="1" dirty="0"/>
              <a:t>survey papers</a:t>
            </a:r>
          </a:p>
          <a:p>
            <a:pPr marL="493395" lvl="1"/>
            <a:r>
              <a:rPr lang="en-US" b="1" dirty="0"/>
              <a:t>Select five papers </a:t>
            </a:r>
            <a:r>
              <a:rPr lang="en-US" dirty="0"/>
              <a:t>to skim (or </a:t>
            </a:r>
            <a:r>
              <a:rPr lang="en-US" b="1" dirty="0"/>
              <a:t>three papers </a:t>
            </a:r>
            <a:r>
              <a:rPr lang="en-US" dirty="0"/>
              <a:t>for students with course work or TA duties)</a:t>
            </a:r>
          </a:p>
          <a:p>
            <a:pPr marL="493395" lvl="1"/>
            <a:r>
              <a:rPr lang="en-US" dirty="0"/>
              <a:t>For each paper, log a brief summary, strengths, weaknesses</a:t>
            </a:r>
          </a:p>
        </p:txBody>
      </p:sp>
    </p:spTree>
    <p:extLst>
      <p:ext uri="{BB962C8B-B14F-4D97-AF65-F5344CB8AC3E}">
        <p14:creationId xmlns:p14="http://schemas.microsoft.com/office/powerpoint/2010/main" val="315506025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4A8EBC-D70B-023D-EA9B-C6E58E2E5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Expectations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C505A8E-EA8E-E497-DEFC-177E947C9F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6621068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8513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38A4AF-0D59-BE12-801C-2360AAD0C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5F2428E-7259-C976-5CCF-CF6B6598F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53" y="914400"/>
            <a:ext cx="3675888" cy="4157931"/>
          </a:xfrm>
        </p:spPr>
        <p:txBody>
          <a:bodyPr anchor="t">
            <a:normAutofit/>
          </a:bodyPr>
          <a:lstStyle/>
          <a:p>
            <a:r>
              <a:rPr lang="en-US" dirty="0"/>
              <a:t>Presentation and Discussion Format (Deep Reading)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B5F4E67-4DB9-8422-13E5-B36FD48EC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87200256-0697-CACC-DE6D-F297C7B72E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309315"/>
              </p:ext>
            </p:extLst>
          </p:nvPr>
        </p:nvGraphicFramePr>
        <p:xfrm>
          <a:off x="5432612" y="914400"/>
          <a:ext cx="5375383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0289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7AB5-3538-DC78-AE17-92A52E91F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Surveying the Literature (Skimming)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D886F55-54E1-7265-4163-4A3C78F7B64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2485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93551-EC3B-18A3-813A-2DAACCBC7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Understanding Research is a Marathon, not a Race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10412-6AD9-DCE8-545E-492742FD0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Building deep knowledge of ML takes consistent and concerted effort</a:t>
            </a:r>
          </a:p>
          <a:p>
            <a:r>
              <a:rPr lang="en-US" dirty="0"/>
              <a:t>We move faster and better together</a:t>
            </a:r>
          </a:p>
          <a:p>
            <a:r>
              <a:rPr lang="en-US" dirty="0"/>
              <a:t>We succeed when everyone contributes</a:t>
            </a:r>
          </a:p>
          <a:p>
            <a:r>
              <a:rPr lang="en-US" dirty="0"/>
              <a:t>Everyone is welcome!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b="1" i="1" dirty="0"/>
              <a:t>Read deeply. Think critically. Share Clearly.</a:t>
            </a:r>
          </a:p>
        </p:txBody>
      </p:sp>
    </p:spTree>
    <p:extLst>
      <p:ext uri="{BB962C8B-B14F-4D97-AF65-F5344CB8AC3E}">
        <p14:creationId xmlns:p14="http://schemas.microsoft.com/office/powerpoint/2010/main" val="3204340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1EF6FC-9674-50AF-A9B1-7C02B8258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 and Next Steps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AC477-3659-D1B7-4D37-07E81E103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Microsoft Teams Onboarding</a:t>
            </a:r>
          </a:p>
          <a:p>
            <a:r>
              <a:rPr lang="en-US" dirty="0"/>
              <a:t>Sign-ups</a:t>
            </a:r>
          </a:p>
        </p:txBody>
      </p:sp>
    </p:spTree>
    <p:extLst>
      <p:ext uri="{BB962C8B-B14F-4D97-AF65-F5344CB8AC3E}">
        <p14:creationId xmlns:p14="http://schemas.microsoft.com/office/powerpoint/2010/main" val="3329922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ECEAE6-B467-1A53-42F7-4E152CF80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US" dirty="0"/>
              <a:t>Microsoft Teams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D82D47-EDF4-5997-3B66-378BB65F1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875760"/>
            <a:ext cx="5648193" cy="2521513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95FEC9-CE21-F5D6-C026-B54926D44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r>
              <a:rPr lang="en-US" dirty="0"/>
              <a:t>We use Microsoft Teams for communication</a:t>
            </a:r>
          </a:p>
          <a:p>
            <a:r>
              <a:rPr lang="en-US" dirty="0"/>
              <a:t>ALL presentation, critiques, and personal reading (skimming) is stored there</a:t>
            </a:r>
          </a:p>
          <a:p>
            <a:r>
              <a:rPr lang="en-US" dirty="0"/>
              <a:t>Presentations occur in person, but remote is allowed as a contingency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2514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626339-45E5-A998-C2FA-827D2F693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en-US" dirty="0"/>
              <a:t>Spring 2026 Scheduling</a:t>
            </a:r>
          </a:p>
        </p:txBody>
      </p:sp>
      <p:pic>
        <p:nvPicPr>
          <p:cNvPr id="5" name="Picture 4" descr="Calendar">
            <a:extLst>
              <a:ext uri="{FF2B5EF4-FFF2-40B4-BE49-F238E27FC236}">
                <a16:creationId xmlns:a16="http://schemas.microsoft.com/office/drawing/2014/main" id="{283F9A62-6F61-07D7-2C83-3EAC529EA9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66" r="24251" b="-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71733-F52D-1CDE-CE60-7E9D06AFC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r>
              <a:rPr lang="en-US" dirty="0"/>
              <a:t>Does Tuesday 4:30-5:30 work?</a:t>
            </a:r>
          </a:p>
        </p:txBody>
      </p:sp>
    </p:spTree>
    <p:extLst>
      <p:ext uri="{BB962C8B-B14F-4D97-AF65-F5344CB8AC3E}">
        <p14:creationId xmlns:p14="http://schemas.microsoft.com/office/powerpoint/2010/main" val="1215901139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AA8FB87A01CF44ABA110A2FCD03D12" ma:contentTypeVersion="8" ma:contentTypeDescription="Create a new document." ma:contentTypeScope="" ma:versionID="5493ddef4a125bc40ead48faa4a4b877">
  <xsd:schema xmlns:xsd="http://www.w3.org/2001/XMLSchema" xmlns:xs="http://www.w3.org/2001/XMLSchema" xmlns:p="http://schemas.microsoft.com/office/2006/metadata/properties" xmlns:ns2="a5352e67-1f27-4e2e-a1b7-5ca3ad6b24e4" targetNamespace="http://schemas.microsoft.com/office/2006/metadata/properties" ma:root="true" ma:fieldsID="d2be6879ba896da5df49895535588651" ns2:_="">
    <xsd:import namespace="a5352e67-1f27-4e2e-a1b7-5ca3ad6b24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352e67-1f27-4e2e-a1b7-5ca3ad6b24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EE3060-5887-4A42-A1F7-2C876F4656B4}">
  <ds:schemaRefs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www.w3.org/XML/1998/namespace"/>
    <ds:schemaRef ds:uri="http://purl.org/dc/dcmitype/"/>
    <ds:schemaRef ds:uri="a5352e67-1f27-4e2e-a1b7-5ca3ad6b24e4"/>
  </ds:schemaRefs>
</ds:datastoreItem>
</file>

<file path=customXml/itemProps2.xml><?xml version="1.0" encoding="utf-8"?>
<ds:datastoreItem xmlns:ds="http://schemas.openxmlformats.org/officeDocument/2006/customXml" ds:itemID="{AEC78967-9547-4103-9629-550519F8A94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2AB2A1B-7A1D-4589-9F72-296E02BD08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352e67-1f27-4e2e-a1b7-5ca3ad6b24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819</Words>
  <Application>Microsoft Office PowerPoint</Application>
  <PresentationFormat>Widescreen</PresentationFormat>
  <Paragraphs>105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Grandview Display</vt:lpstr>
      <vt:lpstr>DashVTI</vt:lpstr>
      <vt:lpstr>Machine Learning Reading Group (MLRG)</vt:lpstr>
      <vt:lpstr>Why ML Reading Group?</vt:lpstr>
      <vt:lpstr>The Challenge of Reading ML Papers</vt:lpstr>
      <vt:lpstr>Why This Matters for You</vt:lpstr>
      <vt:lpstr>Core Pillars of MLRG</vt:lpstr>
      <vt:lpstr>Pillar 1: Depth and Breadth</vt:lpstr>
      <vt:lpstr>Pillar 2: Critical Thinking</vt:lpstr>
      <vt:lpstr>Pillar 3: Communication and Citizenship</vt:lpstr>
      <vt:lpstr>Pillar 4: Consistency and Co-Learning</vt:lpstr>
      <vt:lpstr>MLRG Format</vt:lpstr>
      <vt:lpstr>MLRG Format</vt:lpstr>
      <vt:lpstr>Expectations</vt:lpstr>
      <vt:lpstr>Presentation and Discussion Format (Deep Reading)</vt:lpstr>
      <vt:lpstr>Surveying the Literature (Skimming)</vt:lpstr>
      <vt:lpstr>Understanding Research is a Marathon, not a Race</vt:lpstr>
      <vt:lpstr>Logistics and Next Steps</vt:lpstr>
      <vt:lpstr>Microsoft Teams</vt:lpstr>
      <vt:lpstr>Spring 2026 Scheduling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Brandon M Booth (bmbooth)</dc:creator>
  <cp:lastModifiedBy>Brandon M Booth (bmbooth)</cp:lastModifiedBy>
  <cp:revision>17</cp:revision>
  <dcterms:created xsi:type="dcterms:W3CDTF">2025-09-08T01:04:35Z</dcterms:created>
  <dcterms:modified xsi:type="dcterms:W3CDTF">2026-02-03T22:24:10Z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0x01010064AA8FB87A01CF44ABA110A2FCD03D12</vt:lpwstr>
  </property>
</Properties>
</file>