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64EFF-522C-4E57-A75F-48FB2FBE5DB0}" v="1" dt="2026-02-17T22:45:10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on M Booth (bmbooth)" userId="6b81b49e-9fdc-4f06-a2a9-247f7dce3367" providerId="ADAL" clId="{D87ACB0D-B095-4612-8A4B-09CB3ADFB0AE}"/>
    <pc:docChg chg="undo custSel modSld">
      <pc:chgData name="Brandon M Booth (bmbooth)" userId="6b81b49e-9fdc-4f06-a2a9-247f7dce3367" providerId="ADAL" clId="{D87ACB0D-B095-4612-8A4B-09CB3ADFB0AE}" dt="2026-02-17T22:45:23.861" v="72" actId="20577"/>
      <pc:docMkLst>
        <pc:docMk/>
      </pc:docMkLst>
      <pc:sldChg chg="modSp mod">
        <pc:chgData name="Brandon M Booth (bmbooth)" userId="6b81b49e-9fdc-4f06-a2a9-247f7dce3367" providerId="ADAL" clId="{D87ACB0D-B095-4612-8A4B-09CB3ADFB0AE}" dt="2026-02-17T22:45:23.861" v="72" actId="20577"/>
        <pc:sldMkLst>
          <pc:docMk/>
          <pc:sldMk cId="875048469" sldId="256"/>
        </pc:sldMkLst>
        <pc:spChg chg="mod">
          <ac:chgData name="Brandon M Booth (bmbooth)" userId="6b81b49e-9fdc-4f06-a2a9-247f7dce3367" providerId="ADAL" clId="{D87ACB0D-B095-4612-8A4B-09CB3ADFB0AE}" dt="2026-02-17T22:45:23.861" v="72" actId="20577"/>
          <ac:spMkLst>
            <pc:docMk/>
            <pc:sldMk cId="875048469" sldId="256"/>
            <ac:spMk id="5" creationId="{9CB85523-8E6E-E9B8-E6C8-41AEF55B60E0}"/>
          </ac:spMkLst>
        </pc:spChg>
      </pc:sldChg>
    </pc:docChg>
  </pc:docChgLst>
  <pc:docChgLst>
    <pc:chgData name="Brandon M Booth (bmbooth)" userId="6b81b49e-9fdc-4f06-a2a9-247f7dce3367" providerId="ADAL" clId="{F4EBE49E-E315-4579-8B73-08E672CD0A1A}"/>
    <pc:docChg chg="undo custSel addSld modSld">
      <pc:chgData name="Brandon M Booth (bmbooth)" userId="6b81b49e-9fdc-4f06-a2a9-247f7dce3367" providerId="ADAL" clId="{F4EBE49E-E315-4579-8B73-08E672CD0A1A}" dt="2026-02-12T22:50:24.634" v="453" actId="20577"/>
      <pc:docMkLst>
        <pc:docMk/>
      </pc:docMkLst>
      <pc:sldChg chg="addSp delSp modSp new mod setBg modClrScheme chgLayout">
        <pc:chgData name="Brandon M Booth (bmbooth)" userId="6b81b49e-9fdc-4f06-a2a9-247f7dce3367" providerId="ADAL" clId="{F4EBE49E-E315-4579-8B73-08E672CD0A1A}" dt="2026-02-12T22:50:24.634" v="453" actId="20577"/>
        <pc:sldMkLst>
          <pc:docMk/>
          <pc:sldMk cId="875048469" sldId="256"/>
        </pc:sldMkLst>
        <pc:spChg chg="add mod ord">
          <ac:chgData name="Brandon M Booth (bmbooth)" userId="6b81b49e-9fdc-4f06-a2a9-247f7dce3367" providerId="ADAL" clId="{F4EBE49E-E315-4579-8B73-08E672CD0A1A}" dt="2026-02-12T22:43:02.168" v="133" actId="20577"/>
          <ac:spMkLst>
            <pc:docMk/>
            <pc:sldMk cId="875048469" sldId="256"/>
            <ac:spMk id="4" creationId="{2190246F-0149-21C1-1266-755FCEC1E8C5}"/>
          </ac:spMkLst>
        </pc:spChg>
        <pc:spChg chg="add mod ord">
          <ac:chgData name="Brandon M Booth (bmbooth)" userId="6b81b49e-9fdc-4f06-a2a9-247f7dce3367" providerId="ADAL" clId="{F4EBE49E-E315-4579-8B73-08E672CD0A1A}" dt="2026-02-12T22:50:24.634" v="453" actId="20577"/>
          <ac:spMkLst>
            <pc:docMk/>
            <pc:sldMk cId="875048469" sldId="256"/>
            <ac:spMk id="5" creationId="{9CB85523-8E6E-E9B8-E6C8-41AEF55B60E0}"/>
          </ac:spMkLst>
        </pc:spChg>
        <pc:spChg chg="add">
          <ac:chgData name="Brandon M Booth (bmbooth)" userId="6b81b49e-9fdc-4f06-a2a9-247f7dce3367" providerId="ADAL" clId="{F4EBE49E-E315-4579-8B73-08E672CD0A1A}" dt="2026-02-12T22:42:53.488" v="130" actId="26606"/>
          <ac:spMkLst>
            <pc:docMk/>
            <pc:sldMk cId="875048469" sldId="256"/>
            <ac:spMk id="10" creationId="{18873D23-2DCF-4B31-A009-95721C06E8E1}"/>
          </ac:spMkLst>
        </pc:spChg>
        <pc:spChg chg="add">
          <ac:chgData name="Brandon M Booth (bmbooth)" userId="6b81b49e-9fdc-4f06-a2a9-247f7dce3367" providerId="ADAL" clId="{F4EBE49E-E315-4579-8B73-08E672CD0A1A}" dt="2026-02-12T22:42:53.488" v="130" actId="26606"/>
          <ac:spMkLst>
            <pc:docMk/>
            <pc:sldMk cId="875048469" sldId="256"/>
            <ac:spMk id="12" creationId="{C13EF075-D4EF-4929-ADBC-91B27DA19955}"/>
          </ac:spMkLst>
        </pc:spChg>
        <pc:grpChg chg="add">
          <ac:chgData name="Brandon M Booth (bmbooth)" userId="6b81b49e-9fdc-4f06-a2a9-247f7dce3367" providerId="ADAL" clId="{F4EBE49E-E315-4579-8B73-08E672CD0A1A}" dt="2026-02-12T22:42:53.488" v="130" actId="26606"/>
          <ac:grpSpMkLst>
            <pc:docMk/>
            <pc:sldMk cId="875048469" sldId="256"/>
            <ac:grpSpMk id="14" creationId="{DAA26DFA-AAB2-4973-9C17-16D587C7B198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FD13-A1D3-00B4-ADDB-4C6B279D4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50D46-231B-E094-F95A-95565DD1C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D20C3-8D6B-9D6B-C972-073F0BF5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BE4C5-C21D-6EB9-06CE-5C179DE3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283EB-2562-F241-3D4F-1A3C752DC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5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CB55-7E83-0D5B-7D21-10CB8CA8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496A-F027-2618-6C0A-8F5DA7D2F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200CB-6C66-1D45-F75D-E3A4E121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BA394-AD26-4D59-CAFC-FF88CD8F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8049-6EF4-0C80-0A6A-15387FBD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9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8802-85DD-F134-D27C-93E50A15B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42399-29E0-BD11-217B-00AD8A530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D04DD-2407-1731-4AD8-8D93CB604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28FA3-A6E1-0955-204E-6DF09C8E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DC68B-BD2D-0AB9-95DC-FB8B7372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0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442D-B5DA-6F0E-0C03-EBFD840AC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3B3C2-695C-3593-CC04-220849F86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F179E-2D62-9D8F-4001-BE67E6C4A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C2A58-C6BC-B4AB-8182-5066DA26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B739D-9C14-D98C-5566-CE0469C7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D6CE2-C310-2FC9-5E90-CE0E1BA3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26FFC-B23F-16A7-F5A5-9F50E30B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502EF-C5F5-86AA-BF55-5B10FF6C9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A9F95-7957-BBBB-3F73-A1B97B57F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BB3FD-4B17-D964-D855-8757565D2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26CB76-B6D1-EDE2-43E8-7FAD57DA2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521F70-77A9-9DD4-056A-83022A2F3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2C622-4D49-9241-BEE0-75E21CDB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8B192-FC68-2C60-9C83-39F108C7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4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E888-6462-3717-828F-9DB23D748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E13CE-DBB4-1ABD-C223-EAE092E4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949A9-7EFD-7D42-84FA-4406254C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ED14C-F267-32AA-8FDD-357981EA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8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FF190-04E7-C8AF-16F0-9A470C639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57C30-1DC8-0FE3-DC5A-8FF7876F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A6119-0CFC-FF8D-7605-278786D1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6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1D58-0C8A-A659-50CF-ABA6EEC3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1A8AA-E7FE-3E2F-ABE1-AF96CAEDB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C0135-FDF8-77F9-84FE-48158B3A3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81258-72F6-72EB-C7D2-503AC75D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8B242-5F22-E8B6-2BBB-EB6702485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1446F-1893-DC7C-4DB9-4D0C39EF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48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F609-B23F-CBDF-FE10-83A1A096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0496F-93D2-DF3B-B625-7207DCA4E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DF0DA-55C9-D086-CCD1-433479FF7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99614-D524-FCBF-ED68-FFBA593C0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4F8E9-91EE-E4F0-F7CB-DF92A8C6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53077-EDE8-B730-B4F0-9FA38A4C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7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9DBD-FB3A-55AC-7ABA-C88B810F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C10DA-A32B-6537-05A5-4CB24AB8F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4A66-6528-63B0-3B00-AEBBD758A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0091F-41E4-9F3A-75B3-0C087B55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2C71E-5AFC-7B46-9FBC-D3284259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8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D423A3-1317-66CB-1101-A964EF53A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59B6D-E652-F7C1-8A27-03247A9A8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D98B8-02D9-684B-E974-EFA6BBE2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5D2AE-A5C4-5718-A353-99F51F52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F0A7F-6EA2-C3E0-CDDC-8E905522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3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DB208-BF74-05EE-3A8E-18152A71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A1F2F-FEDE-DBA7-9A15-02696CF9C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F6560-D19E-57CD-31C9-0C951D67F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0901B-A42E-48B2-B188-98F4EF2291E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272B-9EA6-0C87-BF09-663EFC0C9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049F0-2FAF-8C89-84B7-6D7B5CB9D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8AF9E-B532-4D5A-A95B-B182BE90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4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bbooth@memphis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190246F-0149-21C1-1266-755FCEC1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Machine Learning Reading Group (MLRG)</a:t>
            </a:r>
            <a:br>
              <a:rPr lang="en-US" sz="3600" b="1" dirty="0">
                <a:solidFill>
                  <a:schemeClr val="tx2"/>
                </a:solidFill>
              </a:rPr>
            </a:br>
            <a:br>
              <a:rPr lang="en-US" sz="3600" b="1" dirty="0">
                <a:solidFill>
                  <a:schemeClr val="tx2"/>
                </a:solidFill>
              </a:rPr>
            </a:br>
            <a:r>
              <a:rPr lang="en-US" sz="3600" i="1" dirty="0">
                <a:solidFill>
                  <a:schemeClr val="tx2"/>
                </a:solidFill>
              </a:rPr>
              <a:t>Read deeply.</a:t>
            </a:r>
            <a:br>
              <a:rPr lang="en-US" sz="3600" i="1" dirty="0">
                <a:solidFill>
                  <a:schemeClr val="tx2"/>
                </a:solidFill>
              </a:rPr>
            </a:br>
            <a:r>
              <a:rPr lang="en-US" sz="3600" i="1" dirty="0">
                <a:solidFill>
                  <a:schemeClr val="tx2"/>
                </a:solidFill>
              </a:rPr>
              <a:t>Think critically. Share clearly.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B85523-8E6E-E9B8-E6C8-41AEF55B6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4104" y="256032"/>
            <a:ext cx="6446520" cy="6406450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A weekly group for UofM students to read ML research papers deeply, think critically about them together, and grow as researchers.</a:t>
            </a:r>
            <a:endParaRPr lang="en-US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br>
              <a:rPr lang="en-US" b="1" dirty="0">
                <a:solidFill>
                  <a:schemeClr val="tx2"/>
                </a:solidFill>
              </a:rPr>
            </a:b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What we do each week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• One paper: deep read, student presentation, and discussion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• A few additional papers shared for breadth and exposure across disciplines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• Rotating student presenters</a:t>
            </a:r>
          </a:p>
          <a:p>
            <a:pPr marL="0" indent="0">
              <a:buNone/>
            </a:pPr>
            <a:endParaRPr lang="en-US" sz="9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Why join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• Build strong research reading habits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• Improve critique and discussion skills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• Stay exposed to new ideas across ML and related fields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tx2"/>
                </a:solidFill>
              </a:rPr>
              <a:t>• Connect with other research-oriented students, especially PhD students</a:t>
            </a:r>
          </a:p>
          <a:p>
            <a:pPr marL="0" indent="0">
              <a:buNone/>
            </a:pPr>
            <a:endParaRPr lang="en-US" sz="9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When &amp; where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tx2"/>
                </a:solidFill>
              </a:rPr>
              <a:t>Tuesdays, 4:30–5:30 PM. Dunn Hall #107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tx2"/>
                </a:solidFill>
              </a:rPr>
              <a:t>Show up or email </a:t>
            </a:r>
            <a:r>
              <a:rPr lang="en-US" sz="2900" dirty="0">
                <a:solidFill>
                  <a:schemeClr val="tx2"/>
                </a:solidFill>
                <a:hlinkClick r:id="rId2"/>
              </a:rPr>
              <a:t>bbooth@memphis.</a:t>
            </a:r>
            <a:r>
              <a:rPr lang="en-US" sz="2900">
                <a:solidFill>
                  <a:schemeClr val="tx2"/>
                </a:solidFill>
                <a:hlinkClick r:id="rId2"/>
              </a:rPr>
              <a:t>edu</a:t>
            </a:r>
            <a:r>
              <a:rPr lang="en-US" sz="2900">
                <a:solidFill>
                  <a:schemeClr val="tx2"/>
                </a:solidFill>
              </a:rPr>
              <a:t> to join</a:t>
            </a:r>
            <a:endParaRPr lang="en-US" sz="29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048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A8FB87A01CF44ABA110A2FCD03D12" ma:contentTypeVersion="8" ma:contentTypeDescription="Create a new document." ma:contentTypeScope="" ma:versionID="5493ddef4a125bc40ead48faa4a4b877">
  <xsd:schema xmlns:xsd="http://www.w3.org/2001/XMLSchema" xmlns:xs="http://www.w3.org/2001/XMLSchema" xmlns:p="http://schemas.microsoft.com/office/2006/metadata/properties" xmlns:ns2="a5352e67-1f27-4e2e-a1b7-5ca3ad6b24e4" targetNamespace="http://schemas.microsoft.com/office/2006/metadata/properties" ma:root="true" ma:fieldsID="d2be6879ba896da5df49895535588651" ns2:_="">
    <xsd:import namespace="a5352e67-1f27-4e2e-a1b7-5ca3ad6b24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352e67-1f27-4e2e-a1b7-5ca3ad6b24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234733-4E2E-4ED4-B249-CE6DFCD2F5E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a5352e67-1f27-4e2e-a1b7-5ca3ad6b24e4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3C64EF6-0A42-4A37-BC2F-D5092E1DDF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352e67-1f27-4e2e-a1b7-5ca3ad6b24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916D0D-0514-4C13-A174-94C514C047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136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Machine Learning Reading Group (MLRG)  Read deeply. Think critically. Share clearly.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M Booth (bmbooth)</dc:creator>
  <cp:lastModifiedBy>Brandon M Booth (bmbooth)</cp:lastModifiedBy>
  <cp:revision>1</cp:revision>
  <dcterms:created xsi:type="dcterms:W3CDTF">2026-02-12T22:31:02Z</dcterms:created>
  <dcterms:modified xsi:type="dcterms:W3CDTF">2026-02-17T22:45:24Z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0x01010064AA8FB87A01CF44ABA110A2FCD03D12</vt:lpwstr>
  </property>
</Properties>
</file>